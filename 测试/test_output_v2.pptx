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Masters/_rels/slideMaster1.xml.rels><?xml version="1.0" encoding="UTF-8" standalone="yes"?><Relationships xmlns="http://schemas.openxmlformats.org/package/2006/relationships"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>
    <a:dk1/>
    <a:lt1/>
    <a:dk2/>
    <a:lt2/>
    <a:accent1/>
    <a:accent2/>
    <a:accent3/>
    <a:accent4/>
    <a:accent5/>
    <a:accent6/>
    <a:hlink/>
    <a:folHlink/>
  </p:clrMap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"/>
          <p:cNvSpPr/>
          <p:nvPr/>
        </p:nvSpPr>
        <p:spPr>
          <a:xfrm>
            <a:off x="0" y="0"/>
            <a:ext cx="12192000" cy="6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zh-CN" sz="2400" b="1" dirty="0">
                <a:solidFill>
                  <a:srgbClr val="FFFFFF"/>
                </a:solidFill>
              </a:rPr>
              <a:t>IT-04 流程图生成测试</a:t>
            </a:r>
          </a:p>
        </p:txBody>
      </p:sp>
      <p:sp>
        <p:nvSpPr>
          <p:cNvPr id="10002" name="b1"/>
          <p:cNvSpPr/>
          <p:nvPr/>
        </p:nvSpPr>
        <p:spPr>
          <a:xfrm>
            <a:off x="900000" y="1000000"/>
            <a:ext cx="18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006100"/>
                </a:solidFill>
              </a:rPr>
              <a:t>开始</a:t>
            </a:r>
          </a:p>
        </p:txBody>
      </p:sp>
      <p:sp>
        <p:nvSpPr>
          <p:cNvPr id="630" name="b2"/>
          <p:cNvSpPr/>
          <p:nvPr/>
        </p:nvSpPr>
        <p:spPr>
          <a:xfrm>
            <a:off x="900000" y="1432000"/>
            <a:ext cx="18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006100"/>
                </a:solidFill>
              </a:rPr>
              <a:t>输入数据</a:t>
            </a:r>
          </a:p>
        </p:txBody>
      </p:sp>
      <p:sp>
        <p:nvSpPr>
          <p:cNvPr id="3284" name="d3"/>
          <p:cNvSpPr/>
          <p:nvPr/>
        </p:nvSpPr>
        <p:spPr>
          <a:xfrm>
            <a:off x="900000" y="1864000"/>
            <a:ext cx="1620000" cy="360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7F6000"/>
                </a:solidFill>
              </a:rPr>
              <a:t>数据是否有效</a:t>
            </a:r>
          </a:p>
        </p:txBody>
      </p:sp>
      <p:sp>
        <p:nvSpPr>
          <p:cNvPr id="7876" name="br3"/>
          <p:cNvSpPr/>
          <p:nvPr/>
        </p:nvSpPr>
        <p:spPr>
          <a:xfrm>
            <a:off x="3000000" y="2080000"/>
            <a:ext cx="1800000" cy="216000"/>
          </a:xfrm>
          <a:prstGeom prst="roundRect">
            <a:avLst>
              <a:gd name="adj" fval="8000"/>
            </a:avLst>
          </a:prstGeom>
          <a:solidFill>
            <a:srgbClr val="FCE4EC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C00000"/>
                </a:solidFill>
              </a:rPr>
              <a:t>返回重新输入</a:t>
            </a:r>
          </a:p>
        </p:txBody>
      </p:sp>
      <p:sp>
        <p:nvSpPr>
          <p:cNvPr id="4944" name="b4"/>
          <p:cNvSpPr/>
          <p:nvPr/>
        </p:nvSpPr>
        <p:spPr>
          <a:xfrm>
            <a:off x="900000" y="2440000"/>
            <a:ext cx="18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006100"/>
                </a:solidFill>
              </a:rPr>
              <a:t>处理数据</a:t>
            </a:r>
          </a:p>
        </p:txBody>
      </p:sp>
      <p:sp>
        <p:nvSpPr>
          <p:cNvPr id="5543" name="d5"/>
          <p:cNvSpPr/>
          <p:nvPr/>
        </p:nvSpPr>
        <p:spPr>
          <a:xfrm>
            <a:off x="900000" y="2872000"/>
            <a:ext cx="1620000" cy="360000"/>
          </a:xfrm>
          <a:prstGeom prst="diamond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7F6000"/>
                </a:solidFill>
              </a:rPr>
              <a:t>是否需要审核</a:t>
            </a:r>
          </a:p>
        </p:txBody>
      </p:sp>
      <p:sp>
        <p:nvSpPr>
          <p:cNvPr id="2023" name="br5"/>
          <p:cNvSpPr/>
          <p:nvPr/>
        </p:nvSpPr>
        <p:spPr>
          <a:xfrm>
            <a:off x="3000000" y="3088000"/>
            <a:ext cx="1800000" cy="216000"/>
          </a:xfrm>
          <a:prstGeom prst="roundRect">
            <a:avLst>
              <a:gd name="adj" fval="8000"/>
            </a:avLst>
          </a:prstGeom>
          <a:solidFill>
            <a:srgbClr val="DDEBF7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1F3864"/>
                </a:solidFill>
              </a:rPr>
              <a:t>提交审核</a:t>
            </a:r>
          </a:p>
        </p:txBody>
      </p:sp>
      <p:sp>
        <p:nvSpPr>
          <p:cNvPr id="5300" name="b6"/>
          <p:cNvSpPr/>
          <p:nvPr/>
        </p:nvSpPr>
        <p:spPr>
          <a:xfrm>
            <a:off x="900000" y="3448000"/>
            <a:ext cx="18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006100"/>
                </a:solidFill>
              </a:rPr>
              <a:t>生成报告</a:t>
            </a:r>
          </a:p>
        </p:txBody>
      </p:sp>
      <p:sp>
        <p:nvSpPr>
          <p:cNvPr id="9372" name="b7"/>
          <p:cNvSpPr/>
          <p:nvPr/>
        </p:nvSpPr>
        <p:spPr>
          <a:xfrm>
            <a:off x="900000" y="3880000"/>
            <a:ext cx="1800000" cy="216000"/>
          </a:xfrm>
          <a:prstGeom prst="roundRect">
            <a:avLst>
              <a:gd name="adj" fval="8000"/>
            </a:avLst>
          </a:prstGeom>
          <a:solidFill>
            <a:srgbClr val="C6EFCE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1500" b="1" dirty="0">
                <a:solidFill>
                  <a:srgbClr val="006100"/>
                </a:solidFill>
              </a:rPr>
              <a:t>结束</a:t>
            </a:r>
          </a:p>
        </p:txBody>
      </p:sp>
      <p:sp>
        <p:nvSpPr>
          <p:cNvPr id="6850" name="vl6850"/>
          <p:cNvSpPr/>
          <p:nvPr/>
        </p:nvSpPr>
        <p:spPr>
          <a:xfrm>
            <a:off x="1795500" y="1216000"/>
            <a:ext cx="9000" cy="21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0" name="ah6950"/>
          <p:cNvSpPr/>
          <p:nvPr/>
        </p:nvSpPr>
        <p:spPr>
          <a:xfrm>
            <a:off x="1781000" y="1394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6" name="vl8496"/>
          <p:cNvSpPr/>
          <p:nvPr/>
        </p:nvSpPr>
        <p:spPr>
          <a:xfrm>
            <a:off x="1795500" y="1648000"/>
            <a:ext cx="9000" cy="21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6" name="ah8596"/>
          <p:cNvSpPr/>
          <p:nvPr/>
        </p:nvSpPr>
        <p:spPr>
          <a:xfrm>
            <a:off x="1781000" y="1826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6" name="hl7136"/>
          <p:cNvSpPr/>
          <p:nvPr/>
        </p:nvSpPr>
        <p:spPr>
          <a:xfrm>
            <a:off x="2520000" y="2039500"/>
            <a:ext cx="24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6" name="ah7236"/>
          <p:cNvSpPr/>
          <p:nvPr/>
        </p:nvSpPr>
        <p:spPr>
          <a:xfrm>
            <a:off x="2722000" y="2025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7" name="vl7137"/>
          <p:cNvSpPr/>
          <p:nvPr/>
        </p:nvSpPr>
        <p:spPr>
          <a:xfrm>
            <a:off x="2755500" y="2044000"/>
            <a:ext cx="9000" cy="144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7" name="ah7237"/>
          <p:cNvSpPr/>
          <p:nvPr/>
        </p:nvSpPr>
        <p:spPr>
          <a:xfrm>
            <a:off x="2741000" y="2150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8" name="hl7138"/>
          <p:cNvSpPr/>
          <p:nvPr/>
        </p:nvSpPr>
        <p:spPr>
          <a:xfrm>
            <a:off x="2760000" y="2183500"/>
            <a:ext cx="24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8" name="ah7238"/>
          <p:cNvSpPr/>
          <p:nvPr/>
        </p:nvSpPr>
        <p:spPr>
          <a:xfrm>
            <a:off x="2962000" y="2169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9" name="label7136"/>
          <p:cNvSpPr/>
          <p:nvPr/>
        </p:nvSpPr>
        <p:spPr>
          <a:xfrm>
            <a:off x="2850000" y="1980000"/>
            <a:ext cx="600000" cy="200000"/>
          </a:xfrm>
          <a:prstGeom prst="roundRect">
            <a:avLst>
              <a:gd name="adj" fval="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800" b="0" dirty="0">
                <a:solidFill>
                  <a:srgbClr val="000000"/>
                </a:solidFill>
              </a:rPr>
              <a:t>否</a:t>
            </a:r>
          </a:p>
        </p:txBody>
      </p:sp>
      <p:sp>
        <p:nvSpPr>
          <p:cNvPr id="2588" name="vl2588"/>
          <p:cNvSpPr/>
          <p:nvPr/>
        </p:nvSpPr>
        <p:spPr>
          <a:xfrm>
            <a:off x="1705500" y="2224000"/>
            <a:ext cx="9000" cy="21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88" name="ah2688"/>
          <p:cNvSpPr/>
          <p:nvPr/>
        </p:nvSpPr>
        <p:spPr>
          <a:xfrm>
            <a:off x="1691000" y="240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6" name="vl9576"/>
          <p:cNvSpPr/>
          <p:nvPr/>
        </p:nvSpPr>
        <p:spPr>
          <a:xfrm>
            <a:off x="1795500" y="2656000"/>
            <a:ext cx="9000" cy="21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76" name="ah9676"/>
          <p:cNvSpPr/>
          <p:nvPr/>
        </p:nvSpPr>
        <p:spPr>
          <a:xfrm>
            <a:off x="1781000" y="2834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79" name="hl8079"/>
          <p:cNvSpPr/>
          <p:nvPr/>
        </p:nvSpPr>
        <p:spPr>
          <a:xfrm>
            <a:off x="2520000" y="3047500"/>
            <a:ext cx="24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79" name="ah8179"/>
          <p:cNvSpPr/>
          <p:nvPr/>
        </p:nvSpPr>
        <p:spPr>
          <a:xfrm>
            <a:off x="2722000" y="3033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80" name="vl8080"/>
          <p:cNvSpPr/>
          <p:nvPr/>
        </p:nvSpPr>
        <p:spPr>
          <a:xfrm>
            <a:off x="2755500" y="3052000"/>
            <a:ext cx="9000" cy="144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0" name="ah8180"/>
          <p:cNvSpPr/>
          <p:nvPr/>
        </p:nvSpPr>
        <p:spPr>
          <a:xfrm>
            <a:off x="2741000" y="3158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81" name="hl8081"/>
          <p:cNvSpPr/>
          <p:nvPr/>
        </p:nvSpPr>
        <p:spPr>
          <a:xfrm>
            <a:off x="2760000" y="3191500"/>
            <a:ext cx="240000" cy="9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1" name="ah8181"/>
          <p:cNvSpPr/>
          <p:nvPr/>
        </p:nvSpPr>
        <p:spPr>
          <a:xfrm>
            <a:off x="2962000" y="3177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82" name="label8079"/>
          <p:cNvSpPr/>
          <p:nvPr/>
        </p:nvSpPr>
        <p:spPr>
          <a:xfrm>
            <a:off x="2850000" y="2988000"/>
            <a:ext cx="600000" cy="200000"/>
          </a:xfrm>
          <a:prstGeom prst="roundRect">
            <a:avLst>
              <a:gd name="adj" fval="8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anchor="ctr" lIns="91440" rIns="91440" tIns="45720" bIns="45720"/>
          <a:lstStyle/>
          <a:p>
            <a:pPr algn="ctr"/>
            <a:r>
              <a:rPr lang="zh-CN" sz="800" b="0" dirty="0">
                <a:solidFill>
                  <a:srgbClr val="000000"/>
                </a:solidFill>
              </a:rPr>
              <a:t>是</a:t>
            </a:r>
          </a:p>
        </p:txBody>
      </p:sp>
      <p:sp>
        <p:nvSpPr>
          <p:cNvPr id="8402" name="vl8402"/>
          <p:cNvSpPr/>
          <p:nvPr/>
        </p:nvSpPr>
        <p:spPr>
          <a:xfrm>
            <a:off x="1705500" y="3232000"/>
            <a:ext cx="9000" cy="21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2" name="ah8502"/>
          <p:cNvSpPr/>
          <p:nvPr/>
        </p:nvSpPr>
        <p:spPr>
          <a:xfrm>
            <a:off x="1691000" y="3410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5" name="vl9765"/>
          <p:cNvSpPr/>
          <p:nvPr/>
        </p:nvSpPr>
        <p:spPr>
          <a:xfrm>
            <a:off x="1795500" y="3664000"/>
            <a:ext cx="9000" cy="21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5" name="ah9865"/>
          <p:cNvSpPr/>
          <p:nvPr/>
        </p:nvSpPr>
        <p:spPr>
          <a:xfrm>
            <a:off x="1781000" y="3842000"/>
            <a:ext cx="38000" cy="38000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