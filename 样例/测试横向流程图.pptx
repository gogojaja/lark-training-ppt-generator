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"/>
          <p:cNvSpPr/>
          <p:nvPr/>
        </p:nvSpPr>
        <p:spPr>
          <a:xfrm>
            <a:off x="0" y="0"/>
            <a:ext cx="12192000" cy="800000"/>
          </a:xfrm>
          <a:prstGeom prst="roundRect">
            <a:avLst>
              <a:gd name="adj" fval="8000"/>
            </a:avLst>
          </a:prstGeom>
          <a:solidFill>
            <a:srgbClr val="1F3864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2800" b="1" dirty="0">
                <a:solidFill>
                  <a:srgbClr val="FFFFFF"/>
                </a:solidFill>
              </a:rPr>
              <a:t>综合开户流程</a:t>
            </a:r>
          </a:p>
        </p:txBody>
      </p:sp>
      <p:sp>
        <p:nvSpPr>
          <p:cNvPr id="2" name="step1"/>
          <p:cNvSpPr/>
          <p:nvPr/>
        </p:nvSpPr>
        <p:spPr>
          <a:xfrm>
            <a:off x="500000" y="1000000"/>
            <a:ext cx="1918400" cy="600000"/>
          </a:xfrm>
          <a:prstGeom prst="roundRect">
            <a:avLst>
              <a:gd name="adj" fval="8000"/>
            </a:avLst>
          </a:prstGeom>
          <a:solidFill>
            <a:srgbClr val="C00000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</a:rPr>
              <a:t>登录系统</a:t>
            </a:r>
          </a:p>
        </p:txBody>
      </p:sp>
      <p:cxnSp>
        <p:nvCxnSpPr>
          <p:cNvPr id="3" name="arrow3"/>
          <p:cNvCxnSpPr>
            <a:stCxn/>
            <a:endCxn/>
          </p:cNvCxnSpPr>
          <p:nvPr/>
        </p:nvCxnSpPr>
        <p:spPr>
          <a:xfrm flipV="0" rot="5400000">
            <a:off x="2618400" y="1300000"/>
            <a:ext cx="400000" cy="4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4" name="step2"/>
          <p:cNvSpPr/>
          <p:nvPr/>
        </p:nvSpPr>
        <p:spPr>
          <a:xfrm>
            <a:off x="2818400" y="1000000"/>
            <a:ext cx="1918400" cy="600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400" b="1" dirty="0">
                <a:solidFill>
                  <a:srgbClr val="006100"/>
                </a:solidFill>
              </a:rPr>
              <a:t>客户信息录入</a:t>
            </a:r>
          </a:p>
        </p:txBody>
      </p:sp>
      <p:cxnSp>
        <p:nvCxnSpPr>
          <p:cNvPr id="5" name="arrow5"/>
          <p:cNvCxnSpPr>
            <a:stCxn/>
            <a:endCxn/>
          </p:cNvCxnSpPr>
          <p:nvPr/>
        </p:nvCxnSpPr>
        <p:spPr>
          <a:xfrm flipV="0" rot="5400000">
            <a:off x="4936800" y="1300000"/>
            <a:ext cx="400000" cy="4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6" name="step3"/>
          <p:cNvSpPr/>
          <p:nvPr/>
        </p:nvSpPr>
        <p:spPr>
          <a:xfrm>
            <a:off x="5136800" y="1000000"/>
            <a:ext cx="1918400" cy="900000"/>
          </a:xfrm>
          <a:prstGeom prst="diamond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</p:spPr>
        <p:txBody>
          <a:bodyPr wrap="square" anchor="ctr"/>
          <a:lstStyle/>
          <a:p>
            <a:pPr algn="ctr"/>
            <a:r>
              <a:rPr lang="zh-CN" sz="1400" b="1" dirty="0">
                <a:solidFill>
                  <a:srgbClr val="7F6000"/>
                </a:solidFill>
              </a:rPr>
              <a:t>信息是否完整？</a:t>
            </a:r>
          </a:p>
        </p:txBody>
      </p:sp>
      <p:cxnSp>
        <p:nvCxnSpPr>
          <p:cNvPr id="7" name="arrow7"/>
          <p:cNvCxnSpPr>
            <a:stCxn/>
            <a:endCxn/>
          </p:cNvCxnSpPr>
          <p:nvPr/>
        </p:nvCxnSpPr>
        <p:spPr>
          <a:xfrm flipV="0" rot="5400000">
            <a:off x="7255200" y="1450000"/>
            <a:ext cx="400000" cy="4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8" name="step4"/>
          <p:cNvSpPr/>
          <p:nvPr/>
        </p:nvSpPr>
        <p:spPr>
          <a:xfrm>
            <a:off x="7455200" y="1000000"/>
            <a:ext cx="1918400" cy="600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400" b="1" dirty="0">
                <a:solidFill>
                  <a:srgbClr val="006100"/>
                </a:solidFill>
              </a:rPr>
              <a:t>正式开户</a:t>
            </a:r>
          </a:p>
        </p:txBody>
      </p:sp>
      <p:cxnSp>
        <p:nvCxnSpPr>
          <p:cNvPr id="9" name="arrow9"/>
          <p:cNvCxnSpPr>
            <a:stCxn/>
            <a:endCxn/>
          </p:cNvCxnSpPr>
          <p:nvPr/>
        </p:nvCxnSpPr>
        <p:spPr>
          <a:xfrm flipV="0" rot="5400000">
            <a:off x="9573600" y="1300000"/>
            <a:ext cx="400000" cy="4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10" name="step5"/>
          <p:cNvSpPr/>
          <p:nvPr/>
        </p:nvSpPr>
        <p:spPr>
          <a:xfrm>
            <a:off x="9773600" y="1000000"/>
            <a:ext cx="1918400" cy="600000"/>
          </a:xfrm>
          <a:prstGeom prst="roundRect">
            <a:avLst>
              <a:gd name="adj" fval="8000"/>
            </a:avLst>
          </a:prstGeom>
          <a:solidFill>
            <a:srgbClr val="1E7145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</a:rPr>
              <a:t>完成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lark-training-ppt-generator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流程图</dc:title>
  <dc:creator>lark-training-ppt-generator</dc:creator>
</cp:coreProperties>
</file>