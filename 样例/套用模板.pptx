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6"/>
  </p:handoutMasterIdLst>
  <p:sldIdLst>
    <p:sldId id="2616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39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4" clrIdx="0"/>
  <p:cmAuthor id="1" name="旬阳农商行" initials="旬阳农商行" lastIdx="1" clrIdx="0"/>
  <p:cmAuthor id="2" name=" " initials="" lastIdx="1" clrIdx="1"/>
  <p:cmAuthor id="3" name="zhangfan" initials="zf" lastIdx="1" clrIdx="2"/>
  <p:cmAuthor id="5" name="wangzy-pc" initials="w" lastIdx="2" clrIdx="4"/>
  <p:cmAuthor id="6" name="Xu Eason" initials="XE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96E6"/>
    <a:srgbClr val="58B6E5"/>
    <a:srgbClr val="F8841D"/>
    <a:srgbClr val="9BBB40"/>
    <a:srgbClr val="5EC6D3"/>
    <a:srgbClr val="595959"/>
    <a:srgbClr val="AA7B51"/>
    <a:srgbClr val="E1B805"/>
    <a:srgbClr val="F26D64"/>
    <a:srgbClr val="936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8" autoAdjust="0"/>
    <p:restoredTop sz="96696" autoAdjust="0"/>
  </p:normalViewPr>
  <p:slideViewPr>
    <p:cSldViewPr showGuides="1">
      <p:cViewPr varScale="1">
        <p:scale>
          <a:sx n="91" d="100"/>
          <a:sy n="91" d="100"/>
        </p:scale>
        <p:origin x="77" y="672"/>
      </p:cViewPr>
      <p:guideLst>
        <p:guide orient="horz" pos="2133"/>
        <p:guide pos="396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179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2" Type="http://schemas.openxmlformats.org/officeDocument/2006/relationships/image" Target="../media/image1.jpeg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2" Type="http://schemas.openxmlformats.org/officeDocument/2006/relationships/image" Target="../media/image1.jpeg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2" Type="http://schemas.openxmlformats.org/officeDocument/2006/relationships/image" Target="../media/image1.jpeg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3" Type="http://schemas.openxmlformats.org/officeDocument/2006/relationships/image" Target="../media/image1.jpeg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5" Type="http://schemas.openxmlformats.org/officeDocument/2006/relationships/image" Target="../media/image1.jpeg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1" Type="http://schemas.openxmlformats.org/officeDocument/2006/relationships/image" Target="../media/image1.jpeg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3" Type="http://schemas.openxmlformats.org/officeDocument/2006/relationships/image" Target="../media/image1.jpeg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2" Type="http://schemas.openxmlformats.org/officeDocument/2006/relationships/image" Target="../media/image1.jpeg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1" Type="http://schemas.openxmlformats.org/officeDocument/2006/relationships/image" Target="../media/image1.jpeg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2" Type="http://schemas.openxmlformats.org/officeDocument/2006/relationships/image" Target="../media/image1.jpeg"/><Relationship Id="rId11" Type="http://schemas.openxmlformats.org/officeDocument/2006/relationships/tags" Target="../tags/tag162.xml"/><Relationship Id="rId10" Type="http://schemas.openxmlformats.org/officeDocument/2006/relationships/tags" Target="../tags/tag16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jpeg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5B2FB-4360-4228-83EF-F4D3FCF32BE8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813695-FAB3-4E8F-B86C-CEB167FA46FF}" type="slidenum">
              <a:rPr lang="zh-CN" altLang="en-US"/>
            </a:fld>
            <a:endParaRPr lang="zh-CN" altLang="en-US"/>
          </a:p>
        </p:txBody>
      </p:sp>
      <p:sp>
        <p:nvSpPr>
          <p:cNvPr id="1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2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6C4F66-D68F-4AA9-B8C9-E4FA4604D789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446B4-C6A6-42C5-BEC9-D88E1A309B5D}" type="slidenum">
              <a:rPr lang="zh-CN" altLang="en-US"/>
            </a:fld>
            <a:endParaRPr lang="zh-CN" altLang="en-US"/>
          </a:p>
        </p:txBody>
      </p: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90800" y="4615200"/>
            <a:ext cx="7768800" cy="867600"/>
          </a:xfrm>
        </p:spPr>
        <p:txBody>
          <a:bodyPr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A604B-F4F9-48A1-95CD-9B92D548170C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7933D-BD46-4909-8126-BA394A6FCDDB}" type="slidenum">
              <a:rPr lang="zh-CN" altLang="en-US"/>
            </a:fld>
            <a:endParaRPr lang="zh-CN" altLang="en-US"/>
          </a:p>
        </p:txBody>
      </p: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DC1CB8-0AF4-471C-A6AA-3C3D0D6AC3DF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703F8-DD2B-467C-B199-2B179781271C}" type="slidenum">
              <a:rPr lang="zh-CN" altLang="en-US"/>
            </a:fld>
            <a:endParaRPr lang="zh-CN" altLang="en-US"/>
          </a:p>
        </p:txBody>
      </p: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1421729"/>
            <a:ext cx="5342400" cy="381600"/>
          </a:xfrm>
        </p:spPr>
        <p:txBody>
          <a:bodyPr lIns="101600" tIns="38100" rIns="76200" bIns="381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BF991-1418-4BE7-9401-304FFF5A7C08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C9593-1135-4EA2-80A8-A04AB5E73145}" type="slidenum">
              <a:rPr lang="zh-CN" altLang="en-US"/>
            </a:fld>
            <a:endParaRPr lang="zh-CN" altLang="en-US"/>
          </a:p>
        </p:txBody>
      </p:sp>
      <p:sp>
        <p:nvSpPr>
          <p:cNvPr id="3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9784E-9AC2-4CAF-969D-EA33D72BB56B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9537D-50EB-43C2-BE02-C691380D414F}" type="slidenum">
              <a:rPr lang="zh-CN" altLang="en-US"/>
            </a:fld>
            <a:endParaRPr lang="zh-CN" altLang="en-US"/>
          </a:p>
        </p:txBody>
      </p: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89A82-ED4F-4796-A6BE-7716C5EB34FE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7CBC5-4A4A-4428-BB2A-B7DB1D8E9F73}" type="slidenum">
              <a:rPr lang="zh-CN" altLang="en-US"/>
            </a:fld>
            <a:endParaRPr lang="zh-CN" altLang="en-US"/>
          </a:p>
        </p:txBody>
      </p:sp>
      <p:sp>
        <p:nvSpPr>
          <p:cNvPr id="29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5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35078-7FD1-4FB1-90E5-CB2DB71F8476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94287-A3FC-432F-B396-EC2AE3D728F5}" type="slidenum">
              <a:rPr lang="zh-CN" altLang="en-US"/>
            </a:fld>
            <a:endParaRPr lang="zh-CN" altLang="en-US"/>
          </a:p>
        </p:txBody>
      </p: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r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2B3F0-3933-4F93-880E-1B21CA85C71A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F65BF-FFF4-41F4-BD5C-3F1C9DD32B33}" type="slidenum">
              <a:rPr lang="zh-CN" altLang="en-US"/>
            </a:fld>
            <a:endParaRPr lang="zh-CN" altLang="en-US"/>
          </a:p>
        </p:txBody>
      </p: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3848A-7D82-4B49-92AF-D33CB0C12897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58CE8-D728-4F58-9AFC-5ACE4C7A7025}" type="slidenum">
              <a:rPr lang="zh-CN" altLang="en-US"/>
            </a:fld>
            <a:endParaRPr lang="zh-CN" altLang="en-US"/>
          </a:p>
        </p:txBody>
      </p: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8800" y="2484000"/>
            <a:ext cx="9799200" cy="1018800"/>
          </a:xfrm>
        </p:spPr>
        <p:txBody>
          <a:bodyPr lIns="90000" tIns="46800" rIns="90000" bIns="46800" rtlCol="0" anchor="t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4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54B58-340D-4C9A-BCAF-0A32377F9963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5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7B69E2-5D87-4901-9AFC-740ADD2A9B4F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F5836-1093-4093-91B4-4169B6EBE0D4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A421F-7A2C-46AC-B442-A6EF06DD855D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4"/>
          <p:cNvSpPr/>
          <p:nvPr/>
        </p:nvSpPr>
        <p:spPr>
          <a:xfrm>
            <a:off x="347663" y="0"/>
            <a:ext cx="8913812" cy="14763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  <a:gd name="connsiteX0-1-1" fmla="*/ 0 w 2604303"/>
              <a:gd name="connsiteY0-2-2" fmla="*/ 0 h 185195"/>
              <a:gd name="connsiteX1-3-3" fmla="*/ 2604303 w 2604303"/>
              <a:gd name="connsiteY1-4-4" fmla="*/ 0 h 185195"/>
              <a:gd name="connsiteX2-5-5" fmla="*/ 2567138 w 2604303"/>
              <a:gd name="connsiteY2-6-6" fmla="*/ 185195 h 185195"/>
              <a:gd name="connsiteX3-7-7" fmla="*/ 0 w 2604303"/>
              <a:gd name="connsiteY3-8-8" fmla="*/ 185195 h 185195"/>
              <a:gd name="connsiteX4-9-9" fmla="*/ 0 w 2604303"/>
              <a:gd name="connsiteY4-10-10" fmla="*/ 0 h 185195"/>
              <a:gd name="connsiteX0-11" fmla="*/ 0 w 2590020"/>
              <a:gd name="connsiteY0-12" fmla="*/ 0 h 185195"/>
              <a:gd name="connsiteX1-13" fmla="*/ 2590020 w 2590020"/>
              <a:gd name="connsiteY1-14" fmla="*/ 0 h 185195"/>
              <a:gd name="connsiteX2-15" fmla="*/ 2567138 w 2590020"/>
              <a:gd name="connsiteY2-16" fmla="*/ 185195 h 185195"/>
              <a:gd name="connsiteX3-17" fmla="*/ 0 w 2590020"/>
              <a:gd name="connsiteY3-18" fmla="*/ 185195 h 185195"/>
              <a:gd name="connsiteX4-19" fmla="*/ 0 w 2590020"/>
              <a:gd name="connsiteY4-20" fmla="*/ 0 h 185195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  <a:cxn ang="0">
                <a:pos x="connsiteX4-9-9" y="connsiteY4-10-10"/>
              </a:cxn>
            </a:cxnLst>
            <a:rect l="l" t="t" r="r" b="b"/>
            <a:pathLst>
              <a:path w="2590020" h="185195">
                <a:moveTo>
                  <a:pt x="0" y="0"/>
                </a:moveTo>
                <a:lnTo>
                  <a:pt x="2590020" y="0"/>
                </a:lnTo>
                <a:lnTo>
                  <a:pt x="2567138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平行四边形 4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平行四边形 5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23"/>
          <p:cNvGrpSpPr/>
          <p:nvPr userDrawn="1"/>
        </p:nvGrpSpPr>
        <p:grpSpPr bwMode="auto">
          <a:xfrm>
            <a:off x="11471275" y="595313"/>
            <a:ext cx="466725" cy="122237"/>
            <a:chOff x="11369042" y="568879"/>
            <a:chExt cx="568324" cy="148001"/>
          </a:xfrm>
        </p:grpSpPr>
        <p:sp>
          <p:nvSpPr>
            <p:cNvPr id="10" name="平行四边形 9"/>
            <p:cNvSpPr/>
            <p:nvPr/>
          </p:nvSpPr>
          <p:spPr>
            <a:xfrm>
              <a:off x="11369042" y="568879"/>
              <a:ext cx="284163" cy="148001"/>
            </a:xfrm>
            <a:prstGeom prst="parallelogram">
              <a:avLst>
                <a:gd name="adj" fmla="val 4318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noProof="1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11653205" y="568879"/>
              <a:ext cx="284161" cy="148001"/>
            </a:xfrm>
            <a:prstGeom prst="parallelogram">
              <a:avLst>
                <a:gd name="adj" fmla="val 43185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noProof="1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</p:grpSp>
      <p:pic>
        <p:nvPicPr>
          <p:cNvPr id="12" name="图片 26" descr="陕西信合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2" t="16490" r="4349" b="17668"/>
          <a:stretch>
            <a:fillRect/>
          </a:stretch>
        </p:blipFill>
        <p:spPr bwMode="auto">
          <a:xfrm>
            <a:off x="10017125" y="123825"/>
            <a:ext cx="208280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347663" y="6513513"/>
            <a:ext cx="374650" cy="200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6FF61C-6816-43DB-B4C8-5A76A0D5072D}" type="slidenum">
              <a:rPr lang="zh-CN" altLang="en-US" sz="1000">
                <a:solidFill>
                  <a:srgbClr val="80808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</a:fld>
            <a:endParaRPr lang="zh-CN" altLang="en-US" sz="1000">
              <a:solidFill>
                <a:srgbClr val="80808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平行四边形 13"/>
          <p:cNvSpPr/>
          <p:nvPr/>
        </p:nvSpPr>
        <p:spPr>
          <a:xfrm>
            <a:off x="8772525" y="187325"/>
            <a:ext cx="465138" cy="4095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18C6A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9067800" y="0"/>
            <a:ext cx="465138" cy="762000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018C6A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6019" y="144456"/>
            <a:ext cx="9361160" cy="617541"/>
          </a:xfrm>
        </p:spPr>
        <p:txBody>
          <a:bodyPr lIns="90000" tIns="46800" rIns="90000" bIns="4680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4812D8-ECD0-4D87-96B5-083D132CF616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A2DA6B-5F54-472A-B64E-B136D5BD937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9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8" name="平行四边形 27"/>
            <p:cNvSpPr/>
            <p:nvPr>
              <p:custDataLst>
                <p:tags r:id="rId10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平行四边形 28"/>
            <p:cNvSpPr/>
            <p:nvPr>
              <p:custDataLst>
                <p:tags r:id="rId11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31" name="平行四边形 30"/>
              <p:cNvSpPr/>
              <p:nvPr>
                <p:custDataLst>
                  <p:tags r:id="rId12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平行四边形 31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3" name="图片 32" descr="956ee6691c39a3865c3e1517a7d8a70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3" name="平行四边形 22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5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6" name="平行四边形 25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28" name="图片 27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29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5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9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8" name="平行四边形 7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1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11" name="平行四边形 10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平行四边形 11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13" name="图片 12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1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2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单模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/>
          <p:nvPr userDrawn="1"/>
        </p:nvSpPr>
        <p:spPr>
          <a:xfrm>
            <a:off x="828546" y="246833"/>
            <a:ext cx="6245943" cy="510300"/>
          </a:xfrm>
          <a:prstGeom prst="rect">
            <a:avLst/>
          </a:prstGeom>
        </p:spPr>
        <p:txBody>
          <a:bodyPr>
            <a:no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358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7181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107696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143637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20" name="灯片编号占位符 5"/>
          <p:cNvSpPr txBox="1"/>
          <p:nvPr userDrawn="1"/>
        </p:nvSpPr>
        <p:spPr>
          <a:xfrm>
            <a:off x="9195204" y="64819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5902CD-EB71-47F8-8848-50E26DC3FCE3}" type="slidenum">
              <a:rPr lang="zh-CN" altLang="en-US" sz="1800" b="1" smtClean="0">
                <a:solidFill>
                  <a:srgbClr val="002060"/>
                </a:solidFill>
              </a:rPr>
            </a:fld>
            <a:endParaRPr lang="zh-CN" altLang="en-US" b="1" dirty="0">
              <a:solidFill>
                <a:srgbClr val="002060"/>
              </a:solidFill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37" name="平行四边形 36"/>
            <p:cNvSpPr/>
            <p:nvPr>
              <p:custDataLst>
                <p:tags r:id="rId2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平行四边形 37"/>
            <p:cNvSpPr/>
            <p:nvPr>
              <p:custDataLst>
                <p:tags r:id="rId3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9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40" name="平行四边形 39"/>
              <p:cNvSpPr/>
              <p:nvPr>
                <p:custDataLst>
                  <p:tags r:id="rId4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1" name="平行四边形 40"/>
              <p:cNvSpPr/>
              <p:nvPr>
                <p:custDataLst>
                  <p:tags r:id="rId5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42" name="图片 41" descr="956ee6691c39a3865c3e1517a7d8a7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43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9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1.xml"/><Relationship Id="rId17" Type="http://schemas.openxmlformats.org/officeDocument/2006/relationships/tags" Target="../tags/tag50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5" Type="http://schemas.openxmlformats.org/officeDocument/2006/relationships/theme" Target="../theme/theme2.xml"/><Relationship Id="rId24" Type="http://schemas.openxmlformats.org/officeDocument/2006/relationships/image" Target="../media/image1.jpeg"/><Relationship Id="rId23" Type="http://schemas.openxmlformats.org/officeDocument/2006/relationships/tags" Target="../tags/tag178.xml"/><Relationship Id="rId22" Type="http://schemas.openxmlformats.org/officeDocument/2006/relationships/tags" Target="../tags/tag177.xml"/><Relationship Id="rId21" Type="http://schemas.openxmlformats.org/officeDocument/2006/relationships/tags" Target="../tags/tag176.xml"/><Relationship Id="rId20" Type="http://schemas.openxmlformats.org/officeDocument/2006/relationships/tags" Target="../tags/tag175.xml"/><Relationship Id="rId2" Type="http://schemas.openxmlformats.org/officeDocument/2006/relationships/slideLayout" Target="../slideLayouts/slideLayout15.xml"/><Relationship Id="rId19" Type="http://schemas.openxmlformats.org/officeDocument/2006/relationships/tags" Target="../tags/tag174.xml"/><Relationship Id="rId18" Type="http://schemas.openxmlformats.org/officeDocument/2006/relationships/tags" Target="../tags/tag173.xml"/><Relationship Id="rId17" Type="http://schemas.openxmlformats.org/officeDocument/2006/relationships/tags" Target="../tags/tag172.xml"/><Relationship Id="rId16" Type="http://schemas.openxmlformats.org/officeDocument/2006/relationships/tags" Target="../tags/tag171.xml"/><Relationship Id="rId15" Type="http://schemas.openxmlformats.org/officeDocument/2006/relationships/tags" Target="../tags/tag170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170" tIns="46990" rIns="90170" bIns="4699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5"/>
            </p:custDataLst>
          </p:nvPr>
        </p:nvSpPr>
        <p:spPr bwMode="auto"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000" tIns="46800" rIns="90000" bIns="4680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spcBef>
                <a:spcPct val="0"/>
              </a:spcBef>
              <a:spcAft>
                <a:spcPct val="0"/>
              </a:spcAft>
              <a:defRPr/>
            </a:pPr>
            <a:fld id="{A50AA088-80AB-4EE4-A1C7-D05E02B92355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1B4A07-EB25-406F-8126-69EF33F3FB26}" type="slidenum">
              <a:rPr lang="zh-CN" altLang="en-US"/>
            </a:fld>
            <a:endParaRPr lang="zh-CN" altLang="en-US"/>
          </a:p>
        </p:txBody>
      </p:sp>
      <p:sp>
        <p:nvSpPr>
          <p:cNvPr id="29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5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 spc="300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32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pitchFamily="2" charset="2"/>
        <a:buChar char="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19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20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21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22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20204" pitchFamily="34" charset="0"/>
              </a:rPr>
              <a:t>标题</a:t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20204" pitchFamily="34" charset="0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PP_MARK_KEY" val="4ad18154-9115-4e7a-9dc2-1ecb99abea91"/>
  <p:tag name="COMMONDATA" val="eyJoZGlkIjoiNzAyODZmNmI2ZmU2ZGQzOTQzNTZhODM1ZjNmMWJlZjQifQ=="/>
  <p:tag name="resource_record_key" val="{&quot;10&quot;:[20155955],&quot;29&quot;:[50053008,50000047,50052409,50000076,50000097],&quot;65&quot;:[20205176],&quot;70&quot;:[3321638,3325980,3322139,3404658,3326188]}"/>
</p:tagLst>
</file>

<file path=ppt/theme/theme1.xml><?xml version="1.0" encoding="utf-8"?>
<a:theme xmlns:a="http://schemas.openxmlformats.org/drawingml/2006/main" name="3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vert="horz" wrap="square" lIns="144000" tIns="1908000" rIns="144000" bIns="60960" anchor="t" anchorCtr="1" compatLnSpc="1">
        <a:normAutofit fontScale="90000"/>
      </a:bodyPr>
      <a:lstStyle>
        <a:defPPr marL="285750" lvl="0" indent="-285750" algn="l" fontAlgn="ctr">
          <a:lnSpc>
            <a:spcPct val="130000"/>
          </a:lnSpc>
          <a:spcBef>
            <a:spcPts val="1000"/>
          </a:spcBef>
          <a:spcAft>
            <a:spcPts val="0"/>
          </a:spcAft>
          <a:buSzPct val="100000"/>
          <a:buFont typeface="Wingdings" panose="05000000000000000000" charset="0"/>
          <a:buChar char="l"/>
          <a:defRPr lang="zh-CN" altLang="en-US" sz="1000" dirty="0" smtClean="0">
            <a:solidFill>
              <a:schemeClr val="tx1"/>
            </a:solidFill>
            <a:sym typeface="+mn-ea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WPS 演示</Application>
  <PresentationFormat>宽屏</PresentationFormat>
  <Paragraphs>2</Paragraphs>
  <Slides>1</Slides>
  <Notes>53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Franklin Gothic Medium</vt:lpstr>
      <vt:lpstr>Calibri</vt:lpstr>
      <vt:lpstr>Arial Unicode MS</vt:lpstr>
      <vt:lpstr>3_Office 主题​​</vt:lpstr>
      <vt:lpstr>5_Office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Stand WU</dc:creator>
  <cp:lastModifiedBy>段波</cp:lastModifiedBy>
  <cp:revision>318</cp:revision>
  <dcterms:created xsi:type="dcterms:W3CDTF">2026-04-23T07:00:00Z</dcterms:created>
  <dcterms:modified xsi:type="dcterms:W3CDTF">2026-08-07T10:44:08Z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234DF915DBCD4411A939640F76406991_13</vt:lpwstr>
  </property>
</Properties>
</file>