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测试标题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gogoj</dc:creator>
  <cp:lastModifiedBy>段波</cp:lastModifiedBy>
  <cp:revision>157</cp:revision>
  <dcterms:created xsi:type="dcterms:W3CDTF">2019-06-19T02:08:00Z</dcterms:created>
  <dcterms:modified xsi:type="dcterms:W3CDTF">2026-08-14T03:00:16Z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A03AEDEA41C8440D9DFC1F3EDE2E6782_11</vt:lpwstr>
  </property>
</Properties>
</file>