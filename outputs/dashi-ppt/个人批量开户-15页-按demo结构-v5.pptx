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8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7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20"/>
  </p:handoutMasterIdLst>
  <p:sldIdLst>
    <p:sldId id="2606" r:id="rId4"/>
    <p:sldId id="2588" r:id="rId6"/>
    <p:sldId id="2594" r:id="rId7"/>
    <p:sldId id="2597" r:id="rId8"/>
    <p:sldId id="2598" r:id="rId9"/>
    <p:sldId id="2607" r:id="rId10"/>
    <p:sldId id="2599" r:id="rId11"/>
    <p:sldId id="2613" r:id="rId12"/>
    <p:sldId id="2600" r:id="rId13"/>
    <p:sldId id="2601" r:id="rId14"/>
    <p:sldId id="2602" r:id="rId15"/>
    <p:sldId id="2603" r:id="rId16"/>
    <p:sldId id="2609" r:id="rId17"/>
    <p:sldId id="2610" r:id="rId18"/>
    <p:sldId id="2611" r:id="rId19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9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4" clrIdx="0"/>
  <p:cmAuthor id="1" name="旬阳农商行" initials="旬阳农商行" lastIdx="1" clrIdx="0"/>
  <p:cmAuthor id="2" name=" " initials="" lastIdx="1" clrIdx="1"/>
  <p:cmAuthor id="3" name="zhangfan" initials="zf" lastIdx="1" clrIdx="2"/>
  <p:cmAuthor id="5" name="wangzy-pc" initials="w" lastIdx="2" clrIdx="4"/>
  <p:cmAuthor id="6" name="Xu Eason" initials="XE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96E6"/>
    <a:srgbClr val="58B6E5"/>
    <a:srgbClr val="F8841D"/>
    <a:srgbClr val="9BBB40"/>
    <a:srgbClr val="5EC6D3"/>
    <a:srgbClr val="595959"/>
    <a:srgbClr val="AA7B51"/>
    <a:srgbClr val="E1B805"/>
    <a:srgbClr val="F26D64"/>
    <a:srgbClr val="936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BCF344-E7F8-4805-901B-6DBCF38C7400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Row>
  </a:tblStyle>
  <a:tblStyle styleId="{C9B0C30E-30D3-4FBF-85C3-F9AAAA1059C0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8" autoAdjust="0"/>
    <p:restoredTop sz="96696" autoAdjust="0"/>
  </p:normalViewPr>
  <p:slideViewPr>
    <p:cSldViewPr showGuides="1">
      <p:cViewPr varScale="1">
        <p:scale>
          <a:sx n="91" d="100"/>
          <a:sy n="91" d="100"/>
        </p:scale>
        <p:origin x="77" y="672"/>
      </p:cViewPr>
      <p:guideLst>
        <p:guide orient="horz" pos="2133"/>
        <p:guide pos="396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287.xml"/><Relationship Id="rId26" Type="http://schemas.openxmlformats.org/officeDocument/2006/relationships/customXml" Target="../customXml/item1.xml"/><Relationship Id="rId25" Type="http://schemas.openxmlformats.org/officeDocument/2006/relationships/customXmlProps" Target="../customXml/itemProps286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Relationship Id="rId25" Type="http://schemas.openxmlformats.org/officeDocument/2006/relationships/slide" Target="slides/slide16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二类户一般是1</a:t>
            </a:r>
            <a:r>
              <a:rPr lang="en-US" altLang="zh-CN" sz="1100" dirty="0"/>
              <a:t>w</a:t>
            </a:r>
            <a:r>
              <a:rPr lang="zh-CN" altLang="en-US" sz="1100" dirty="0"/>
              <a:t>的转账日累计额度，年累计20</a:t>
            </a:r>
            <a:r>
              <a:rPr lang="en-US" altLang="zh-CN" sz="1100" dirty="0"/>
              <a:t>w，</a:t>
            </a:r>
            <a:r>
              <a:rPr lang="zh-CN" altLang="en-US" sz="1100" dirty="0"/>
              <a:t>三类户日累计2</a:t>
            </a:r>
            <a:r>
              <a:rPr lang="en-US" altLang="zh-CN" sz="1100" dirty="0"/>
              <a:t>k，</a:t>
            </a:r>
            <a:r>
              <a:rPr lang="zh-CN" altLang="en-US" sz="1100" dirty="0"/>
              <a:t>年累计5</a:t>
            </a:r>
            <a:r>
              <a:rPr lang="en-US" altLang="zh-CN" sz="1100" dirty="0"/>
              <a:t>w</a:t>
            </a:r>
            <a:endParaRPr lang="en-US" altLang="zh-CN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一类户柜面没限额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自助设备取现日累计限额20000.00元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自助设备转账日累计限额50000.00元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电话银行转账日累计限额50000.00元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助农业务渠道转账日累计限额50000.00元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快捷支付日累计限额100000.00元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互联网数字银行日累计限额50000.00元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互联网数字银行“手机盾”日累计限额500000.00元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个人</a:t>
            </a:r>
            <a:r>
              <a:rPr lang="en-US" altLang="zh-CN" sz="1100" dirty="0"/>
              <a:t>Ukey</a:t>
            </a:r>
            <a:r>
              <a:rPr lang="zh-CN" altLang="en-US" sz="1100" dirty="0"/>
              <a:t>日累计限额2000000.00元</a:t>
            </a:r>
            <a:endParaRPr lang="zh-CN" altLang="en-US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一、境内中国公民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临时居民身份证（有效期内，效力等同身份证，可开立 </a:t>
            </a:r>
            <a:r>
              <a:rPr lang="en-US" altLang="en-US" sz="1100" dirty="0"/>
              <a:t>Ⅰ </a:t>
            </a:r>
            <a:r>
              <a:rPr lang="zh-CN" altLang="en-US" sz="1100" dirty="0"/>
              <a:t>类户）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户口簿：仅限16 周岁以下未成年人（监护人代办开户）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军人身份证件、武警身份证件：未申领居民身份证的现役军人、武警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中国护照：定居国外的中国华侨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二、港澳台居民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港澳居民来往内地通行证（回乡证）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港澳居民居住证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台湾居民来往大陆通行证（台胞证）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台湾居民居住证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三、外籍人士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护照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外国人永久居留身份证（永居证）</a:t>
            </a:r>
            <a:endParaRPr lang="zh-CN" altLang="en-US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开卡蓑用由赛用中心统一配置(自治提升 )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本场景业务规则: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1.借记卡10元/卡，社保卡20元/卡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2.同一客户新开卡前,在同一法人社已开立的存是富秦系列借记卡数量(不含社会保障卡、已销户的借记卡)累计小于2张(含)的,免收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富秦借记卡开卡工本费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3.富秦借记卡钻石卡、金卡、社会保障卡、财政惠民补贴卡、居民健康卡、康乐卡、公积金联名卡、医保联名卡、乡村振兴卡兔收开卡、补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换卡】本费</a:t>
            </a:r>
            <a:endParaRPr lang="zh-CN" altLang="en-US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培训的主要内容到这里就全部结束了。我们系统学习了从基础操作到日终处理的全流程，并通过对比分析加深了对核心业务和风险点的理解。希望这次培训能对大家的日常工作有所帮助。现在是提问环节，大家有任何疑问都可以提出来，我们一起交流探讨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2" Type="http://schemas.openxmlformats.org/officeDocument/2006/relationships/image" Target="../media/image1.jpeg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2" Type="http://schemas.openxmlformats.org/officeDocument/2006/relationships/image" Target="../media/image1.jpeg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2" Type="http://schemas.openxmlformats.org/officeDocument/2006/relationships/image" Target="../media/image1.jpeg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3" Type="http://schemas.openxmlformats.org/officeDocument/2006/relationships/image" Target="../media/image1.jpeg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5" Type="http://schemas.openxmlformats.org/officeDocument/2006/relationships/image" Target="../media/image1.jpeg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1" Type="http://schemas.openxmlformats.org/officeDocument/2006/relationships/image" Target="../media/image1.jpeg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3" Type="http://schemas.openxmlformats.org/officeDocument/2006/relationships/image" Target="../media/image1.jpeg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2" Type="http://schemas.openxmlformats.org/officeDocument/2006/relationships/image" Target="../media/image1.jpeg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1" Type="http://schemas.openxmlformats.org/officeDocument/2006/relationships/image" Target="../media/image1.jpeg"/><Relationship Id="rId10" Type="http://schemas.openxmlformats.org/officeDocument/2006/relationships/tags" Target="../tags/tag20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2" Type="http://schemas.openxmlformats.org/officeDocument/2006/relationships/image" Target="../media/image1.jpeg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jpeg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5B2FB-4360-4228-83EF-F4D3FCF32BE8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813695-FAB3-4E8F-B86C-CEB167FA46FF}" type="slidenum">
              <a:rPr lang="zh-CN" altLang="en-US"/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8" name="平行四边形 7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11" name="平行四边形 10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12" name="平行四边形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13" name="图片 12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1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C4F66-D68F-4AA9-B8C9-E4FA4604D789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446B4-C6A6-42C5-BEC9-D88E1A309B5D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90800" y="4615200"/>
            <a:ext cx="7768800" cy="867600"/>
          </a:xfrm>
        </p:spPr>
        <p:txBody>
          <a:bodyPr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A604B-F4F9-48A1-95CD-9B92D548170C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7933D-BD46-4909-8126-BA394A6FCDDB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C1CB8-0AF4-471C-A6AA-3C3D0D6AC3DF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703F8-DD2B-467C-B199-2B179781271C}" type="slidenum">
              <a:rPr lang="zh-CN" altLang="en-US"/>
            </a:fld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1421729"/>
            <a:ext cx="5342400" cy="381600"/>
          </a:xfrm>
        </p:spPr>
        <p:txBody>
          <a:bodyPr lIns="101600" tIns="38100" rIns="76200" bIns="381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BF991-1418-4BE7-9401-304FFF5A7C08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C9593-1135-4EA2-80A8-A04AB5E73145}" type="slidenum">
              <a:rPr lang="zh-CN" altLang="en-US"/>
            </a:fld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8" name="平行四边形 27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9" name="平行四边形 28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3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31" name="平行四边形 30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2" name="平行四边形 31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3" name="图片 32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9784E-9AC2-4CAF-969D-EA33D72BB56B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9537D-50EB-43C2-BE02-C691380D414F}" type="slidenum">
              <a:rPr lang="zh-CN" altLang="en-US"/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89A82-ED4F-4796-A6BE-7716C5EB34FE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7CBC5-4A4A-4428-BB2A-B7DB1D8E9F73}" type="slidenum">
              <a:rPr lang="zh-CN" altLang="en-US"/>
            </a:fld>
            <a:endParaRPr lang="zh-CN" altLang="en-US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9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9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35078-7FD1-4FB1-90E5-CB2DB71F8476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94287-A3FC-432F-B396-EC2AE3D728F5}" type="slidenum">
              <a:rPr lang="zh-CN" altLang="en-US"/>
            </a:fld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r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9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2B3F0-3933-4F93-880E-1B21CA85C71A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F65BF-FFF4-41F4-BD5C-3F1C9DD32B33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3848A-7D82-4B49-92AF-D33CB0C12897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58CE8-D728-4F58-9AFC-5ACE4C7A7025}" type="slidenum">
              <a:rPr lang="zh-CN" altLang="en-US"/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8800" y="2484000"/>
            <a:ext cx="9799200" cy="1018800"/>
          </a:xfrm>
        </p:spPr>
        <p:txBody>
          <a:bodyPr lIns="90000" tIns="46800" rIns="90000" bIns="46800" rtlCol="0" anchor="t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54B58-340D-4C9A-BCAF-0A32377F9963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B69E2-5D87-4901-9AFC-740ADD2A9B4F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F5836-1093-4093-91B4-4169B6EBE0D4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A421F-7A2C-46AC-B442-A6EF06DD855D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4"/>
          <p:cNvSpPr/>
          <p:nvPr/>
        </p:nvSpPr>
        <p:spPr>
          <a:xfrm>
            <a:off x="347663" y="0"/>
            <a:ext cx="8913812" cy="14763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  <a:gd name="connsiteX0-1-1" fmla="*/ 0 w 2604303"/>
              <a:gd name="connsiteY0-2-2" fmla="*/ 0 h 185195"/>
              <a:gd name="connsiteX1-3-3" fmla="*/ 2604303 w 2604303"/>
              <a:gd name="connsiteY1-4-4" fmla="*/ 0 h 185195"/>
              <a:gd name="connsiteX2-5-5" fmla="*/ 2567138 w 2604303"/>
              <a:gd name="connsiteY2-6-6" fmla="*/ 185195 h 185195"/>
              <a:gd name="connsiteX3-7-7" fmla="*/ 0 w 2604303"/>
              <a:gd name="connsiteY3-8-8" fmla="*/ 185195 h 185195"/>
              <a:gd name="connsiteX4-9-9" fmla="*/ 0 w 2604303"/>
              <a:gd name="connsiteY4-10-10" fmla="*/ 0 h 185195"/>
              <a:gd name="connsiteX0-11" fmla="*/ 0 w 2590020"/>
              <a:gd name="connsiteY0-12" fmla="*/ 0 h 185195"/>
              <a:gd name="connsiteX1-13" fmla="*/ 2590020 w 2590020"/>
              <a:gd name="connsiteY1-14" fmla="*/ 0 h 185195"/>
              <a:gd name="connsiteX2-15" fmla="*/ 2567138 w 2590020"/>
              <a:gd name="connsiteY2-16" fmla="*/ 185195 h 185195"/>
              <a:gd name="connsiteX3-17" fmla="*/ 0 w 2590020"/>
              <a:gd name="connsiteY3-18" fmla="*/ 185195 h 185195"/>
              <a:gd name="connsiteX4-19" fmla="*/ 0 w 2590020"/>
              <a:gd name="connsiteY4-20" fmla="*/ 0 h 185195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</a:cxnLst>
            <a:rect l="l" t="t" r="r" b="b"/>
            <a:pathLst>
              <a:path w="2590020" h="185195">
                <a:moveTo>
                  <a:pt x="0" y="0"/>
                </a:moveTo>
                <a:lnTo>
                  <a:pt x="2590020" y="0"/>
                </a:lnTo>
                <a:lnTo>
                  <a:pt x="2567138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平行四边形 4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平行四边形 5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23"/>
          <p:cNvGrpSpPr/>
          <p:nvPr userDrawn="1"/>
        </p:nvGrpSpPr>
        <p:grpSpPr bwMode="auto">
          <a:xfrm>
            <a:off x="11471275" y="595313"/>
            <a:ext cx="466725" cy="122237"/>
            <a:chOff x="11369042" y="568879"/>
            <a:chExt cx="568324" cy="148001"/>
          </a:xfrm>
        </p:grpSpPr>
        <p:sp>
          <p:nvSpPr>
            <p:cNvPr id="10" name="平行四边形 9"/>
            <p:cNvSpPr/>
            <p:nvPr/>
          </p:nvSpPr>
          <p:spPr>
            <a:xfrm>
              <a:off x="11369042" y="568879"/>
              <a:ext cx="284163" cy="148001"/>
            </a:xfrm>
            <a:prstGeom prst="parallelogram">
              <a:avLst>
                <a:gd name="adj" fmla="val 4318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11653205" y="568879"/>
              <a:ext cx="284161" cy="148001"/>
            </a:xfrm>
            <a:prstGeom prst="parallelogram">
              <a:avLst>
                <a:gd name="adj" fmla="val 43185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</p:grpSp>
      <p:pic>
        <p:nvPicPr>
          <p:cNvPr id="12" name="图片 26" descr="陕西信合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2" t="16490" r="4349" b="17668"/>
          <a:stretch>
            <a:fillRect/>
          </a:stretch>
        </p:blipFill>
        <p:spPr bwMode="auto">
          <a:xfrm>
            <a:off x="10017125" y="123825"/>
            <a:ext cx="20828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347663" y="6513513"/>
            <a:ext cx="374650" cy="200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6FF61C-6816-43DB-B4C8-5A76A0D5072D}" type="slidenum">
              <a:rPr lang="zh-CN" altLang="en-US" sz="1000">
                <a:solidFill>
                  <a:srgbClr val="80808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</a:fld>
            <a:endParaRPr lang="zh-CN" altLang="en-US" sz="1000">
              <a:solidFill>
                <a:srgbClr val="80808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平行四边形 13"/>
          <p:cNvSpPr/>
          <p:nvPr/>
        </p:nvSpPr>
        <p:spPr>
          <a:xfrm>
            <a:off x="8772525" y="187325"/>
            <a:ext cx="465138" cy="4095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18C6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9067800" y="0"/>
            <a:ext cx="465138" cy="762000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018C6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6019" y="144456"/>
            <a:ext cx="9361160" cy="617541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812D8-ECD0-4D87-96B5-083D132CF616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2DA6B-5F54-472A-B64E-B136D5BD937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9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8" name="平行四边形 27"/>
            <p:cNvSpPr/>
            <p:nvPr>
              <p:custDataLst>
                <p:tags r:id="rId10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9" name="平行四边形 28"/>
            <p:cNvSpPr/>
            <p:nvPr>
              <p:custDataLst>
                <p:tags r:id="rId11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3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31" name="平行四边形 30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2" name="平行四边形 31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3" name="图片 32" descr="956ee6691c39a3865c3e1517a7d8a70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9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9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8" name="平行四边形 7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11" name="平行四边形 10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12" name="平行四边形 1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13" name="图片 12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1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单模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 userDrawn="1"/>
        </p:nvSpPr>
        <p:spPr>
          <a:xfrm>
            <a:off x="828546" y="246833"/>
            <a:ext cx="6245943" cy="510300"/>
          </a:xfrm>
          <a:prstGeom prst="rect">
            <a:avLst/>
          </a:prstGeom>
        </p:spPr>
        <p:txBody>
          <a:bodyPr>
            <a:no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358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7181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107696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143637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20" name="灯片编号占位符 5"/>
          <p:cNvSpPr txBox="1"/>
          <p:nvPr userDrawn="1"/>
        </p:nvSpPr>
        <p:spPr>
          <a:xfrm>
            <a:off x="9195204" y="64819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5902CD-EB71-47F8-8848-50E26DC3FCE3}" type="slidenum">
              <a:rPr lang="zh-CN" altLang="en-US" sz="1800" b="1" smtClean="0">
                <a:solidFill>
                  <a:srgbClr val="002060"/>
                </a:solidFill>
              </a:rPr>
            </a:fld>
            <a:endParaRPr lang="zh-CN" altLang="en-US" b="1" dirty="0">
              <a:solidFill>
                <a:srgbClr val="002060"/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37" name="平行四边形 36"/>
            <p:cNvSpPr/>
            <p:nvPr>
              <p:custDataLst>
                <p:tags r:id="rId2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8" name="平行四边形 37"/>
            <p:cNvSpPr/>
            <p:nvPr>
              <p:custDataLst>
                <p:tags r:id="rId3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39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40" name="平行四边形 39"/>
              <p:cNvSpPr/>
              <p:nvPr>
                <p:custDataLst>
                  <p:tags r:id="rId4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41" name="平行四边形 40"/>
              <p:cNvSpPr/>
              <p:nvPr>
                <p:custDataLst>
                  <p:tags r:id="rId5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42" name="图片 41" descr="956ee6691c39a3865c3e1517a7d8a7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43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9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1.jpeg"/><Relationship Id="rId23" Type="http://schemas.openxmlformats.org/officeDocument/2006/relationships/tags" Target="../tags/tag106.xml"/><Relationship Id="rId22" Type="http://schemas.openxmlformats.org/officeDocument/2006/relationships/tags" Target="../tags/tag105.xml"/><Relationship Id="rId21" Type="http://schemas.openxmlformats.org/officeDocument/2006/relationships/tags" Target="../tags/tag104.xml"/><Relationship Id="rId20" Type="http://schemas.openxmlformats.org/officeDocument/2006/relationships/tags" Target="../tags/tag103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2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5" Type="http://schemas.openxmlformats.org/officeDocument/2006/relationships/theme" Target="../theme/theme2.xml"/><Relationship Id="rId24" Type="http://schemas.openxmlformats.org/officeDocument/2006/relationships/image" Target="../media/image1.jpeg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slideLayout" Target="../slideLayouts/slideLayout15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170" tIns="46990" rIns="90170" bIns="4699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000" tIns="46800" rIns="90000" bIns="4680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fld id="{A50AA088-80AB-4EE4-A1C7-D05E02B92355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1B4A07-EB25-406F-8126-69EF33F3FB26}" type="slidenum">
              <a:rPr lang="zh-CN" altLang="en-US"/>
            </a:fld>
            <a:endParaRPr lang="zh-CN" altLang="en-US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19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20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●"/>
        <a:defRPr sz="3200" kern="1200" spc="150">
          <a:solidFill>
            <a:srgbClr val="595959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90204" pitchFamily="34" charset="0"/>
        <a:buChar char="•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19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20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39.xml"/><Relationship Id="rId6" Type="http://schemas.openxmlformats.org/officeDocument/2006/relationships/image" Target="../media/image1.jpeg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1.jpeg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24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1.jpeg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25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1.jpeg"/><Relationship Id="rId5" Type="http://schemas.openxmlformats.org/officeDocument/2006/relationships/tags" Target="../tags/tag259.xml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25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jpeg"/><Relationship Id="rId7" Type="http://schemas.openxmlformats.org/officeDocument/2006/relationships/image" Target="../media/image9.jpeg"/><Relationship Id="rId6" Type="http://schemas.openxmlformats.org/officeDocument/2006/relationships/image" Target="../media/image1.jpeg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6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.png"/><Relationship Id="rId6" Type="http://schemas.openxmlformats.org/officeDocument/2006/relationships/image" Target="../media/image1.jpeg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.jpeg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0" Type="http://schemas.openxmlformats.org/officeDocument/2006/relationships/notesSlide" Target="../notesSlides/notesSlide9.xml"/><Relationship Id="rId1" Type="http://schemas.openxmlformats.org/officeDocument/2006/relationships/tags" Target="../tags/tag27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6" Type="http://schemas.openxmlformats.org/officeDocument/2006/relationships/image" Target="../media/image1.jpeg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.jpeg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4" Type="http://schemas.openxmlformats.org/officeDocument/2006/relationships/tags" Target="../tags/tag283.xml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18C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PART 01</a:t>
            </a:r>
            <a:r>
              <a:rPr lang="zh-CN" altLang="en-US" sz="1800" b="1" i="0" u="none" strike="noStrike">
                <a:solidFill>
                  <a:srgbClr val="018C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个人批量开户</a:t>
            </a: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0" y="177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800" b="1" i="0" u="none" strike="noStrike">
                <a:solidFill>
                  <a:srgbClr val="018C6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PART 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342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400" b="1" i="0" u="none" strike="noStrike">
                <a:solidFill>
                  <a:srgbClr val="1F2329"/>
                </a:solidFill>
                <a:latin typeface="Saturday Sans Regular" panose="02010600010101010101" charset="-122"/>
                <a:ea typeface="宋体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个人批量开户</a:t>
            </a:r>
            <a:endParaRPr lang="zh-CN" altLang="en-US" sz="4400" b="1" i="0" u="none" strike="noStrike">
              <a:solidFill>
                <a:srgbClr val="1F2329"/>
              </a:solidFill>
              <a:latin typeface="Saturday Sans Regular" panose="02010600010101010101" charset="-122"/>
              <a:ea typeface="宋体" pitchFamily="2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651000" y="4953000"/>
            <a:ext cx="889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606266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建立客户信息、开立账户、申领介质、配套签约一站式服务</a:t>
            </a:r>
            <a:endParaRPr lang="zh-CN" altLang="en-US" sz="1600">
              <a:solidFill>
                <a:srgbClr val="606266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包含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银行卡</a:t>
            </a:r>
            <a:r>
              <a:rPr lang="en-US" altLang="zh-CN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/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存折</a:t>
            </a:r>
            <a:r>
              <a:rPr lang="en-US" altLang="zh-CN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/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存单</a:t>
            </a:r>
            <a:r>
              <a:rPr 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/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电子账户</a:t>
            </a:r>
            <a:endParaRPr lang="zh-CN" altLang="en-US" sz="1400" b="0" i="0" u="none" strike="noStrike">
              <a:solidFill>
                <a:srgbClr val="8F959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业务场景
个人综合开户场景是指客户到我社办理银行卡、存折、存单开户业务，
同时为客户提供多种签约服务开通。
客户可选择开立结算账户（Ⅰ、Ⅱ类）、储蓄账户、定期存单等介质。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cNvPr id="1" name=""/>
        <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cNvPr id="2" name="Title"/>
          <cNvSpPr/>
          <p:nvPr/>
        </p:nvSpPr>
        <p:spPr>
          <a:xfrm>
            <a:off x="200000" y="150000"/>
            <a:ext cx="8744000" cy="40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zh-CN" sz="2000" b="1"/>
              <a:t>个人批量开户 · 11 步业务流程</a:t>
            </a:r>
          </a:p>
        </p:txBody>
      </p:sp>
      <p:sp>
        <p:nvSpPr>
          <cNvPr id="10" name="StepBox1"/>
          <cNvSpPr/>
          <p:nvPr/>
        </p:nvSpPr>
        <p:spPr>
          <a:xfrm>
            <a:off x="300000" y="-11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登录场景  输入 026401</a:t>
            </a:r>
          </a:p>
        </p:txBody>
      </p:sp>
      <p:sp>
        <p:nvSpPr>
          <cNvPr id="11" name="StepNum1"/>
          <cNvSpPr/>
          <p:nvPr/>
        </p:nvSpPr>
        <p:spPr>
          <a:xfrm>
            <a:off x="500000" y="7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1</a:t>
            </a:r>
          </a:p>
        </p:txBody>
      </p:sp>
      <p:sp>
        <p:nvSpPr>
          <cNvPr id="12" name="Arrow1"/>
          <cNvSpPr/>
          <p:nvPr/>
        </p:nvSpPr>
        <p:spPr>
          <a:xfrm>
            <a:off x="1440000" y="529000"/>
            <a:ext cx="120000" cy="100000"/>
          </a:xfrm>
          <a:prstGeom prst="downArrow">
            <a:avLst/>
          </a:prstGeom>
          <a:solidFill>
            <a:srgbClr val="787878"/>
          </a:solidFill>
        </p:spPr>
      </p:sp>
      <p:sp>
        <p:nvSpPr>
          <cNvPr id="13" name="StepBox2"/>
          <cNvSpPr/>
          <p:nvPr/>
        </p:nvSpPr>
        <p:spPr>
          <a:xfrm>
            <a:off x="300000" y="629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证件与人脸  选证件+人脸识别</a:t>
            </a:r>
          </a:p>
        </p:txBody>
      </p:sp>
      <p:sp>
        <p:nvSpPr>
          <cNvPr id="14" name="StepNum2"/>
          <cNvSpPr/>
          <p:nvPr/>
        </p:nvSpPr>
        <p:spPr>
          <a:xfrm>
            <a:off x="500000" y="71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2</a:t>
            </a:r>
          </a:p>
        </p:txBody>
      </p:sp>
      <p:sp>
        <p:nvSpPr>
          <cNvPr id="15" name="Arrow2"/>
          <cNvSpPr/>
          <p:nvPr/>
        </p:nvSpPr>
        <p:spPr>
          <a:xfrm>
            <a:off x="1440000" y="1169000"/>
            <a:ext cx="120000" cy="100000"/>
          </a:xfrm>
          <a:prstGeom prst="downArrow">
            <a:avLst/>
          </a:prstGeom>
          <a:solidFill>
            <a:srgbClr val="787878"/>
          </a:solidFill>
        </p:spPr>
      </p:sp>
      <p:sp>
        <p:nvSpPr>
          <cNvPr id="16" name="StepBox3"/>
          <cNvSpPr/>
          <p:nvPr/>
        </p:nvSpPr>
        <p:spPr>
          <a:xfrm>
            <a:off x="300000" y="1269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企业核实  填企业证件核查</a:t>
            </a:r>
          </a:p>
        </p:txBody>
      </p:sp>
      <p:sp>
        <p:nvSpPr>
          <cNvPr id="17" name="StepNum3"/>
          <cNvSpPr/>
          <p:nvPr/>
        </p:nvSpPr>
        <p:spPr>
          <a:xfrm>
            <a:off x="500000" y="135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3</a:t>
            </a:r>
          </a:p>
        </p:txBody>
      </p:sp>
      <p:sp>
        <p:nvSpPr>
          <cNvPr id="18" name="Arrow3"/>
          <cNvSpPr/>
          <p:nvPr/>
        </p:nvSpPr>
        <p:spPr>
          <a:xfrm>
            <a:off x="1440000" y="1809000"/>
            <a:ext cx="120000" cy="100000"/>
          </a:xfrm>
          <a:prstGeom prst="downArrow">
            <a:avLst/>
          </a:prstGeom>
          <a:solidFill>
            <a:srgbClr val="787878"/>
          </a:solidFill>
        </p:spPr>
      </p:sp>
      <p:sp>
        <p:nvSpPr>
          <cNvPr id="19" name="StepBox4"/>
          <cNvSpPr/>
          <p:nvPr/>
        </p:nvSpPr>
        <p:spPr>
          <a:xfrm>
            <a:off x="300000" y="1909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核查结果  确认无误</a:t>
            </a:r>
          </a:p>
        </p:txBody>
      </p:sp>
      <p:sp>
        <p:nvSpPr>
          <cNvPr id="20" name="StepNum4"/>
          <cNvSpPr/>
          <p:nvPr/>
        </p:nvSpPr>
        <p:spPr>
          <a:xfrm>
            <a:off x="500000" y="199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4</a:t>
            </a:r>
          </a:p>
        </p:txBody>
      </p:sp>
      <p:sp>
        <p:nvSpPr>
          <cNvPr id="21" name="Arrow4"/>
          <cNvSpPr/>
          <p:nvPr/>
        </p:nvSpPr>
        <p:spPr>
          <a:xfrm>
            <a:off x="1440000" y="2449000"/>
            <a:ext cx="120000" cy="100000"/>
          </a:xfrm>
          <a:prstGeom prst="downArrow">
            <a:avLst/>
          </a:prstGeom>
          <a:solidFill>
            <a:srgbClr val="787878"/>
          </a:solidFill>
        </p:spPr>
      </p:sp>
      <p:sp>
        <p:nvSpPr>
          <cNvPr id="22" name="StepBox5"/>
          <cNvSpPr/>
          <p:nvPr/>
        </p:nvSpPr>
        <p:spPr>
          <a:xfrm>
            <a:off x="300000" y="2549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账户属性  Ⅰ类1张/Ⅱ类3张</a:t>
            </a:r>
          </a:p>
        </p:txBody>
      </p:sp>
      <p:sp>
        <p:nvSpPr>
          <cNvPr id="23" name="StepNum5"/>
          <cNvSpPr/>
          <p:nvPr/>
        </p:nvSpPr>
        <p:spPr>
          <a:xfrm>
            <a:off x="500000" y="263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5</a:t>
            </a:r>
          </a:p>
        </p:txBody>
      </p:sp>
      <p:sp>
        <p:nvSpPr>
          <cNvPr id="24" name="Arrow5"/>
          <cNvSpPr/>
          <p:nvPr/>
        </p:nvSpPr>
        <p:spPr>
          <a:xfrm>
            <a:off x="1440000" y="3089000"/>
            <a:ext cx="120000" cy="100000"/>
          </a:xfrm>
          <a:prstGeom prst="downArrow">
            <a:avLst/>
          </a:prstGeom>
          <a:solidFill>
            <a:srgbClr val="787878"/>
          </a:solidFill>
        </p:spPr>
      </p:sp>
      <p:sp>
        <p:nvSpPr>
          <cNvPr id="25" name="StepBox6"/>
          <cNvSpPr/>
          <p:nvPr/>
        </p:nvSpPr>
        <p:spPr>
          <a:xfrm>
            <a:off x="300000" y="3189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介质选择  卡/折/单/电子</a:t>
            </a:r>
          </a:p>
        </p:txBody>
      </p:sp>
      <p:sp>
        <p:nvSpPr>
          <cNvPr id="26" name="StepNum6"/>
          <cNvSpPr/>
          <p:nvPr/>
        </p:nvSpPr>
        <p:spPr>
          <a:xfrm>
            <a:off x="500000" y="327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6</a:t>
            </a:r>
          </a:p>
        </p:txBody>
      </p:sp>
      <p:sp>
        <p:nvSpPr>
          <cNvPr id="27" name="Arrow6"/>
          <cNvSpPr/>
          <p:nvPr/>
        </p:nvSpPr>
        <p:spPr>
          <a:xfrm>
            <a:off x="1440000" y="3729000"/>
            <a:ext cx="120000" cy="100000"/>
          </a:xfrm>
          <a:prstGeom prst="downArrow">
            <a:avLst/>
          </a:prstGeom>
          <a:solidFill>
            <a:srgbClr val="787878"/>
          </a:solidFill>
        </p:spPr>
      </p:sp>
      <p:sp>
        <p:nvSpPr>
          <cNvPr id="28" name="StepBox7"/>
          <cNvSpPr/>
          <p:nvPr/>
        </p:nvSpPr>
        <p:spPr>
          <a:xfrm>
            <a:off x="300000" y="3829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影像上传  高拍仪上传</a:t>
            </a:r>
          </a:p>
        </p:txBody>
      </p:sp>
      <p:sp>
        <p:nvSpPr>
          <cNvPr id="29" name="StepNum7"/>
          <cNvSpPr/>
          <p:nvPr/>
        </p:nvSpPr>
        <p:spPr>
          <a:xfrm>
            <a:off x="500000" y="391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7</a:t>
            </a:r>
          </a:p>
        </p:txBody>
      </p:sp>
      <p:sp>
        <p:nvSpPr>
          <cNvPr id="30" name="Arrow7"/>
          <cNvSpPr/>
          <p:nvPr/>
        </p:nvSpPr>
        <p:spPr>
          <a:xfrm>
            <a:off x="1440000" y="4369000"/>
            <a:ext cx="120000" cy="100000"/>
          </a:xfrm>
          <a:prstGeom prst="downArrow">
            <a:avLst/>
          </a:prstGeom>
          <a:solidFill>
            <a:srgbClr val="787878"/>
          </a:solidFill>
        </p:spPr>
      </p:sp>
      <p:sp>
        <p:nvSpPr>
          <cNvPr id="31" name="StepBox8"/>
          <cNvSpPr/>
          <p:nvPr/>
        </p:nvSpPr>
        <p:spPr>
          <a:xfrm>
            <a:off x="300000" y="4469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交易确认  柜外清+签名</a:t>
            </a:r>
          </a:p>
        </p:txBody>
      </p:sp>
      <p:sp>
        <p:nvSpPr>
          <cNvPr id="32" name="StepNum8"/>
          <cNvSpPr/>
          <p:nvPr/>
        </p:nvSpPr>
        <p:spPr>
          <a:xfrm>
            <a:off x="500000" y="455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8</a:t>
            </a:r>
          </a:p>
        </p:txBody>
      </p:sp>
      <p:sp>
        <p:nvSpPr>
          <cNvPr id="33" name="Arrow8"/>
          <cNvSpPr/>
          <p:nvPr/>
        </p:nvSpPr>
        <p:spPr>
          <a:xfrm>
            <a:off x="1440000" y="5009000"/>
            <a:ext cx="120000" cy="100000"/>
          </a:xfrm>
          <a:prstGeom prst="downArrow">
            <a:avLst/>
          </a:prstGeom>
          <a:solidFill>
            <a:srgbClr val="787878"/>
          </a:solidFill>
        </p:spPr>
      </p:sp>
      <p:sp>
        <p:nvSpPr>
          <cNvPr id="34" name="StepBox9"/>
          <cNvSpPr/>
          <p:nvPr/>
        </p:nvSpPr>
        <p:spPr>
          <a:xfrm>
            <a:off x="300000" y="5109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集中作业  提交影像待结果</a:t>
            </a:r>
          </a:p>
        </p:txBody>
      </p:sp>
      <p:sp>
        <p:nvSpPr>
          <cNvPr id="35" name="StepNum9"/>
          <cNvSpPr/>
          <p:nvPr/>
        </p:nvSpPr>
        <p:spPr>
          <a:xfrm>
            <a:off x="500000" y="519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9</a:t>
            </a:r>
          </a:p>
        </p:txBody>
      </p:sp>
      <p:sp>
        <p:nvSpPr>
          <cNvPr id="36" name="Arrow9"/>
          <cNvSpPr/>
          <p:nvPr/>
        </p:nvSpPr>
        <p:spPr>
          <a:xfrm>
            <a:off x="1440000" y="5649000"/>
            <a:ext cx="120000" cy="100000"/>
          </a:xfrm>
          <a:prstGeom prst="downArrow">
            <a:avLst/>
          </a:prstGeom>
          <a:solidFill>
            <a:srgbClr val="787878"/>
          </a:solidFill>
        </p:spPr>
      </p:sp>
      <p:sp>
        <p:nvSpPr>
          <cNvPr id="37" name="StepBox10"/>
          <cNvSpPr/>
          <p:nvPr/>
        </p:nvSpPr>
        <p:spPr>
          <a:xfrm>
            <a:off x="300000" y="5749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凭证打印  回单+电子归档</a:t>
            </a:r>
          </a:p>
        </p:txBody>
      </p:sp>
      <p:sp>
        <p:nvSpPr>
          <cNvPr id="38" name="StepNum10"/>
          <cNvSpPr/>
          <p:nvPr/>
        </p:nvSpPr>
        <p:spPr>
          <a:xfrm>
            <a:off x="500000" y="583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10</a:t>
            </a:r>
          </a:p>
        </p:txBody>
      </p:sp>
      <p:sp>
        <p:nvSpPr>
          <cNvPr id="39" name="Arrow10"/>
          <cNvSpPr/>
          <p:nvPr/>
        </p:nvSpPr>
        <p:spPr>
          <a:xfrm>
            <a:off x="1440000" y="6289000"/>
            <a:ext cx="120000" cy="100000"/>
          </a:xfrm>
          <a:prstGeom prst="downArrow">
            <a:avLst/>
          </a:prstGeom>
          <a:solidFill>
            <a:srgbClr val="787878"/>
          </a:solidFill>
        </p:spPr>
      </p:sp>
      <p:sp>
        <p:nvSpPr>
          <cNvPr id="40" name="StepBox11"/>
          <cNvSpPr/>
          <p:nvPr/>
        </p:nvSpPr>
        <p:spPr>
          <a:xfrm>
            <a:off x="300000" y="6389000"/>
            <a:ext cx="2400000" cy="480000"/>
          </a:xfrm>
          <a:prstGeom prst="roundRect">
            <a:avLst>
              <a:gd name="adj" fmla="val 5000"/>
            </a:avLst>
          </a:prstGeom>
          <a:solidFill>
            <a:srgbClr val="8FD49A"/>
          </a:solidFill>
          <a:ln>
            <a:solidFill>
              <a:srgbClr val="468C50"/>
            </a:solidFill>
            <a:w>12700</a:w>
          </a:ln>
        </p:spPr>
        <p:txBody>
          <a:bodyPr/>
          <a:lstStyle/>
          <a:p>
            <a:pPr algn="ctr" anchor="ctr"/>
            <a:r>
              <a:rPr lang="zh-CN" sz="1000" b="1"/>
              <a:t>介质发放  5日内领取</a:t>
            </a:r>
          </a:p>
        </p:txBody>
      </p:sp>
      <p:sp>
        <p:nvSpPr>
          <cNvPr id="41" name="StepNum11"/>
          <cNvSpPr/>
          <p:nvPr/>
        </p:nvSpPr>
        <p:spPr>
          <a:xfrm>
            <a:off x="500000" y="6479000"/>
            <a:ext cx="300000" cy="300000"/>
          </a:xfrm>
          <a:prstGeom prst="ellipse">
            <a:avLst/>
          </a:prstGeom>
          <a:solidFill>
            <a:srgbClr val="468C50"/>
          </a:solidFill>
        </p:spPr>
        <p:txBody>
          <a:bodyPr/>
          <a:lstStyle/>
          <a:p>
            <a:pPr algn="ctr" anchor="ctr"/>
            <a:r>
              <a:rPr lang="zh-CN" sz="1100" b="1"/>
              <a:t>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业务流程总览
11 步标准化柜面操作流程：
1. 登录场景（输入 026401 进入）
2. 证件与人脸（选证件类型，人脸识别）
3. 企业核实（填企业证件，核查请求）
4. 核查结果（确认无误后下一步）
5. 账户属性（Ⅰ类 1 张 / Ⅱ类最多 3 张）
6. 介质选择（卡/折/单/电子）
7. 影像上传（高拍仪上传）
8. 交易确认（柜外清确认，签名/指纹）
9. 集中作业（提交影像，等待处理结果）
10. 凭证打印（打印回单，电子归档）
11. 介质发放（5 个工作日内领取）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客户身份核实
可供选择的证件类型：
• 二代身份证（联网核查）
• 港澳台居民居住证
• 外国人永久居留身份证
• 其他有效证件（军官证、护照等）
人脸识别：活体检测 + 联网比对，必做项。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银行卡开户
操作步骤：
1. 选择卡种（Ⅰ/Ⅱ 类借记卡）
2. 将新卡放置在 IC 卡读取区域进行读取
3. 卡片信息读取成功后，提醒客户阅读相关协议
4. 客户签字确认
注意：同一法人行仅限 1 张Ⅰ类卡，Ⅱ类卡累计不超 3 张。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开户数量检查规则
卡数量查询维度：
• 根据客户号 / (证件类型 + 证件号码) 获取操作机构所属法人下的一类卡数量
• 获取全省信合机构的一类卡数量
• 获取全省信合机构卡状态为未销卡的特殊卡种卡数量
实时联网核查，防止超限开户。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存单开户
填写信息（7 大要素）：
• 业务种类 / 通兑标志 / 支取方式
• 开户金额 / 凭证号码 / 转存方式 / 利率类型 / 期限
冠字号码：系统提示进行现金冠字号码录入操作
储蓄户开立：同步办理储蓄户建立。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大额存单产品对比
个人大额存单：
• 存入方式：一次性存入本金
• 支取规则：可到期支取；部分银行支持提前支取、二级市场转让
• 起存金额：20 万元（监管最低）
• 标准存期：3 月、6 月、1 年、2 年、3 年、5 年
• 主要特点：利率随期限递增，单笔 ≥ 20 万，可转让。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大额存单开户操作
操作要点：
1. 确认产品信息（利率、期限、起存金额）
2. 选择「科目来源」为「现金」
3. 输入「凭证号码」「开户金额」「存期」
4. 确认无误后提交
注意：大额存单单笔 ≥ 20 万，需客户本人到场办理。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电子账户开户
操作步骤：
1. 填写「卡种」和「产品代码」
2. 将 IC 卡放入读取区域，点击「读卡」
3. 成功读取卡片信息后，提醒客户阅读相关协议
4. 客户签字确认
特点：无实体介质，纯电子化账户管理，通过电子渠道查询交易。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密码设置
双密码机制：
• 查询密码：用于账户查询、余额查看
• 取款密码：用于取款、转账、消费
规则：
• 必须输入两次，且两次输入必须一致
• 两次密码输入不能超过 30 秒
• 选择密码支取方式时必设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凭证打印与客户评价
凭证管理：
• 客户回单 + 行内电子凭证双轨制
• 需纸质则打印，不需则手机银行扫码查看
客户评价：
• 柜外清对本次交易进行评价
• 选项：非常满意 / 满意 / 一般 / 不满意
电子归档：影像上传至凭证打印，自动电子归档。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核心业务规则汇总
必须牢记的 5 个关键数字：
• 交易代码：026401（批量开户专用）
• 账户限额：Ⅰ类 1 张 / Ⅱ类最多 3 张（同一法人行）
• 有效证件：242（二代身份证）/ 292（港澳台居住证）
• 介质发放：业务开办起 5 个工作日内领取
• 人脸识别：必做，活体检测 + 联网比对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字段输入规范与风险提示
录入规范：
• 客户信息：姓名/证件类型/号码/手机 —— 必填，联网核查自动带出
• 企业信息：单位名称/证件类型/号码 —— 受托企业信息，核查请求必填
• 账户信息：币种/产品/用途/预留手机 —— 人民币/借记卡/工资代发/绑定手机
风险提示：
• 证件真伪识别：重点核验有效期、照片、芯片
• 超限开户拦截：实时联网，超限即报错
• 代理人授权核验：核对授权书、代理人证件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87400" y="215900"/>
            <a:ext cx="76327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交流与答疑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0" y="2032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18C6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Q &amp; A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406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32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感谢聆听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THANK YOU FOR LISTENING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14" name="平行四边形 13"/>
            <p:cNvSpPr/>
            <p:nvPr>
              <p:custDataLst>
                <p:tags r:id="rId2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15" name="平行四边形 14"/>
            <p:cNvSpPr/>
            <p:nvPr>
              <p:custDataLst>
                <p:tags r:id="rId3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4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5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TABLE_ENDDRAG_ORIGIN_RECT" val="734*216"/>
  <p:tag name="TABLE_ENDDRAG_RECT" val="106*304*735*216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TABLE_ENDDRAG_ORIGIN_RECT" val="899*456"/>
  <p:tag name="TABLE_ENDDRAG_RECT" val="30*64*899*456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PP_MARK_KEY" val="4ad18154-9115-4e7a-9dc2-1ecb99abea91"/>
  <p:tag name="COMMONDATA" val="eyJoZGlkIjoiNzAyODZmNmI2ZmU2ZGQzOTQzNTZhODM1ZjNmMWJlZjQifQ=="/>
  <p:tag name="resource_record_key" val="{&quot;10&quot;:[20155955],&quot;29&quot;:[50053008,50000047,50052409,50000076,50000097],&quot;65&quot;:[20205176],&quot;70&quot;:[3321638,3325980,3322139,3404658,3326188]}"/>
</p:tagLst>
</file>

<file path=ppt/theme/theme1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vert="horz" wrap="square" lIns="144000" tIns="1908000" rIns="144000" bIns="60960" anchor="t" anchorCtr="1" compatLnSpc="1">
        <a:normAutofit fontScale="90000"/>
      </a:bodyPr>
      <a:lstStyle>
        <a:defPPr marL="285750" lvl="0" indent="-285750" algn="l" fontAlgn="ctr">
          <a:lnSpc>
            <a:spcPct val="130000"/>
          </a:lnSpc>
          <a:spcBef>
            <a:spcPts val="1000"/>
          </a:spcBef>
          <a:spcAft>
            <a:spcPts val="0"/>
          </a:spcAft>
          <a:buSzPct val="100000"/>
          <a:buFont typeface="Wingdings" panose="05000000000000000000" charset="0"/>
          <a:buChar char="l"/>
          <a:defRPr lang="zh-CN" altLang="en-US" sz="1000" dirty="0" smtClean="0">
            <a:solidFill>
              <a:schemeClr val="tx1"/>
            </a:solidFill>
            <a:sym typeface="+mn-ea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taW5kX2ZyZWUiLAoJIkRlZmluaXRpb24iIDogIkpUZENKVEl5ZDJGMFpYSnRZWEpySlRJeUpUTkJKVEl5SlRJeUpUSkRKVEl5WTJocGJHUnlaVzRsTWpJbE0wRWxOVUlsTjBJbE1qSndZWEpsYm5RbE1qSWxNMEVsTWpKeWIyOTBKVEl5SlRKREpUSXlZMmhwYkdSeVpXNGxNaklsTTBFbE5VSWxOMElsTWpKd1lYSmxiblFsTWpJbE0wRWxNakk0WWpsbE4yRXhPREF4Wm1FbE1qSWxNa01sTWpKamFHbHNaSEpsYmlVeU1pVXpRU1UxUWlVM1FpVXlNbkJoY21WdWRDVXlNaVV6UVNVeU1tWXlOMkl4WXpZMU5URTJPQ1V5TWlVeVF5VXlNbU5vYVd4a2NtVnVKVEl5SlROQkpUVkNKVFZFSlRKREpUSXlhV1FsTWpJbE0wRWxNakkwWVdJMU16UmpZekF5WkdNbE1qSWxNa01sTWpKMGFYUnNaU1V5TWlVelFTVXlNaVZGT0NVNU1DVkJOU1ZGTkNWQ09DVTVRU1ZGTnlWQ1JDVTVNU1ZGTnlVNE1pVkNPU1ZGTkNWQ09DVTRSU1ZGTmlWQ09DVTROU1ZGTnlWQlJTVTVOeVZGTkNWQ09DVkJSQ1ZGTlNWQ1JpVTRNeVZGT0NWQ01DVTRNeVZGTmlVNFFpVkJPQ1V5TWlVeVF5VXlNbWxqYjI1ekpUSXlKVE5CSlRWQ0pUZENKVEl5YVc1a1pYZ2xNaklsTTBFbE1qSXpOamdsTWpJbE1rTWxNakp1WVcxbEpUSXlKVE5CSlRJeWIzUm9aWElsTWpJbE1rTWxNakpqYjJ4dmNpVXlNaVV6UVNVeU1uSm5ZaWcwTUNVeVF5VXlNREU1TVNVeVF5VXlNRGt3S1NVeU1pVTNSQ1UxUkNVeVF5VXlNbU5oYkd4dmRYUWxNaklsTTBFbE5VSWxOVVFsTjBRbE1rTWxOMElsTWpKamFHbHNaSEpsYmlVeU1pVXpRU1UxUWlVMVJDVXlReVV5TW1sa0pUSXlKVE5CSlRJeU1qZzFOelZoTjJNdE1UZGhPQzAwTVRKaUxXSm1ORGd0TXpFellqVTFPV0kyWTJZMkpUSXlKVEpESlRJeWRHbDBiR1VsTWpJbE0wRWxNaklsUlRnbE9UQWxRVFVsUlRRbFFqZ2xPVUVsUlRjbFFrUWxPVEVsUlRjbE9ESWxRamtsUlRVbE9EWWxPRFVsUlRrbE9ETWxRVGdsUlRjbE9FVWxRakFsUlRrbE9EY2xPVEVsUlRrbE9EY2xPRVFsUlRjbFFUa2xRa0VsUlRnbFFqQWxPRE1sUlRVbE9Ea2xPRElsTWpJbE1rTWxNakp3WVhKbGJuUWxNaklsTTBFbE1qSm1NamRpTVdNMk5UVXhOamdsTWpJbE1rTWxNakpwWTI5dWN5VXlNaVV6UVNVMVFpVTNRaVV5TW1sdVpHVjRKVEl5SlROQkpUSXlNelk0SlRJeUpUSkRKVEl5Ym1GdFpTVXlNaVV6UVNVeU1tOTBhR1Z5SlRJeUpUSkRKVEl5WTI5c2IzSWxNaklsTTBFbE1qSnlaMklvTkRBbE1rTWxNakF4T1RFbE1rTWxNakE1TUNrbE1qSWxOMFFsTlVRbE1rTWxNakpqWVd4c2IzVjBKVEl5SlROQkpUVkNKVFZFSlRkRUpUVkVKVEpESlRJeWFXUWxNaklsTTBFbE1qSm1NamRpTVdNMk5UVXhOamdsTWpJbE1rTWxNakowYVhSc1pTVXlNaVV6UVNVeU1pVkZOU1U0UlNWQ1JpVkZOeVZDUVNWQk55VkZOaVU1UXlWQ1FTVkZOaVU1UlNVNE5DVkZPQ1ZCTVNVNFF5VkZOU1U0TmlVNE5TVkZPQ1ZDTUNVNE15VkZOaVU0UWlWQk9DVXlNaVV5UXlVeU1tbGpiMjV6SlRJeUpUTkJKVFZDSlRkQ0pUSXlZMjlzYjNJbE1qSWxNMEVsTWpKeVoySW9NVEV6SlRKREpUSXdNakF6SlRKREpUSXdORFVwSlRJeUpUSkRKVEl5Ym1GdFpTVXlNaVV6UVNVeU1pVXlNaVV5UXlVeU1tbHVaR1Y0SlRJeUpUTkJKVEl5TXpnbE1qSWxNa01sTWpKMFpYaDBKVEl5SlROQkpUSXlKVEkySlRJemVHVTJPVE1sTWpJbE4wUWxOVVFsTWtNbE1qSmpZV3hzYjNWMEpUSXlKVE5CSlRWQ0pUVkVKVGRFSlRWRUpUSkRKVEl5YzNSNWJHVWxNaklsTTBFbE4wSWxNakppWVdOclozSnZkVzVrTFdOdmJHOXlKVEl5SlROQkpUSXlKVEl6Wm1aall6azVKVEl5SlRkRUpUSkRKVEl5YVdRbE1qSWxNMEVsTWpJNFlqbGxOMkV4T0RBeFptRWxNaklsTWtNbE1qSjBhWFJzWlNVeU1pVXpRU1V5TWlWRk9DVkNNQ1U0TXlWRk5pVTRRaVZCT0NWRk55VkJSU1ZCTVNWRk55VTVNQ1U0TmlVeU1pVXlReVV5TW1OaGJHeHZkWFFsTWpJbE0wRWxOVUlsTlVRbE4wUWxNa01sTjBJbE1qSmphR2xzWkhKbGJpVXlNaVV6UVNVMVFpVTNRaVV5TW1Ob2FXeGtjbVZ1SlRJeUpUTkJKVFZDSlRWRUpUSkRKVEl5YVdRbE1qSWxNMEVsTWpJeU5tUTBaR000WlMwMk5UQXdMVFE1TUdVdFlqVTJaUzFoTkdReU4ySTRZemc0TnpNbE1qSWxNa01sTWpKMGFYUnNaU1V5TWlVelFTVXlNaVZGTnlWQlJTVkNNU1ZGTlNVNFF5VTROU1ZGTlNWQ01DVTRNU1ZGT0NWQk15VTROU1V5TWlVeVF5VXlNbkJoY21WdWRDVXlNaVV6UVNVeU1tUXdOVGsyTnpnMExUWTFOREF0TkdaaFl5MDRZMlE1TFROa09UUXlPRE01TURBNE1D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WtNbE4wSWxNakpqYUdsc1pISmxiaVV5TWlVelFTVTFRaVUxUkNVeVF5VXlNbWxrSlRJeUpUTkJKVEl5TURsaU5qWmxabVF0TmpSa09TMDBOVEEwTFRnelpETXRNR1k1TmpJM01ESTRZemMzSlRJeUpUSkRKVEl5ZEdsMGJHVWxNaklsTTBFbE1qSWxSVGNsUVVVbFFqRWxSVFVsT0VNbE9EVWxSVFlsT0VJbE9EWWxSVFVsUWpBbE9ERWxNaklsTWtNbE1qSndZWEpsYm5RbE1qSWxNMEVsTWpKa01EVTVOamM0TkMwMk5UUXdMVFJtWVdNdE9HTmtPUzB6WkRrME1qZ3pPVEF3T0RBbE1qSWxNa01sTWpKcFkyOXVjeVV5TWlVelFTVTFRaVUzUWlVeU1tbHVaR1Y0SlRJeUpUTkJKVEl5TXpZNEpUSXlKVEpESlRJeWJtRnRaU1V5TWlVelFTVXlNbTkwYUdWeUpUSXlKVEpESlRJeVkyOXNiM0lsTWpJbE0wRWxNakp5WjJJb05EQWxNa01sTWpBeE9URWxNa01sTWpBNU1Da2xNaklsTjBRbE5VUWxNa01sTWpKallXeHNiM1YwSlRJeUpUTkJKVFZDSlRWRUpUZEVKVFZFSlRKREpUSXlhV1FsTWpJbE0wRWxNakprTURVNU5qYzROQzAyTlRRd0xUUm1ZV010T0dOa09TMHpaRGswTWpnek9UQXdPREFsTWpJbE1rTWxNakowYVhSc1pTVXlNaVV6UVNVeU1pVkZOU1ZDTUNVNE1TVkZPQ1ZCTXlVNE5TVkZOeVZCUlNWQk1TVkZOeVU1TUNVNE5pVXlNaVV5UXlVeU1uQmhjbVZ1ZENVeU1pVXpRU1V5TW5KdmIzUWxNaklsTWtNbE1qSnNhVzVsVTNSNWJHVWxNaklsTTBFbE4wSWxNakp5WVc1a2IyMU1hVzVsUTI5c2IzSWxNaklsTTBFbE1qSWxNak14TWpkak9UY2xNaklsTjBRbE1rTWxNakp6ZEhsc1pTVXlNaVV6UVNVM1FpVXlNbk4wZVd4bEpUSXlKVE5CSlRkQ0pUSXliR2x1WlZOMGVXeGxKVEl5SlROQkpUZENKVGRFSlRkRUpUSkRKVEl5WW05c1pDVXlNaVV6UVdaaGJITmxKVEpESlRJeWFYUmhiR2xqSlRJeUpUTkJabUZzYzJVbE1rTWxNakowWlhoMFFXeHBaMjRsTWpJbE0wRWxNakpzWldaMEpUSXlKVEpESlRJeVptOXVkQzF6YVhwbEpUSXlKVE5CSlRJeU1UZHdlQ1V5TWlVeVF5VXlNbXhwYm1WVGRIbHNaU1V5TWlVelFTVTNRaVV5TW5KaGJtUnZiVXhwYm1WRGIyeHZjaVV5TWlVelFTVXlNaVV5TTJVNE5XUTBaU1V5TWlVM1JDVXlReVV5TW1KdmNtUmxjaTF5WVdScGRYTWxNaklsTTBFbE1qSTFjSGdsTWpJbE1rTWxNakpqYjJ4dmNpVXlNaVV6UVNVeU1uSm5ZaWcyT0NVeVF6WTRKVEpETmpncEpUSXlKVEpESlRJeWNHRmtaR2x1WnlVeU1pVXpRU1V5TWpsd2VDVXlNREV3Y0hnbE1qSWxNa01sTWpKaWIzSmtaWEl0ZDJsa2RHZ2xNaklsTTBFbE1qSXhjSGdsTWpJbE1rTWxNakppYjNKa1pYSXRZMjlzYjNJbE1qSWxNMEVsTWpJbE1qTTRNRUpETkRJbE1qSWxNa01sTWpKaWIzSmtaWEl0YzNSNWJHVWxNaklsTTBFbE1qSnpiMnhwWkNVeU1pVXlReVV5TW14cGJtVlVlWEJsSlRJeUpUTkJKVEl5WW1sbmFIUWxNaklsTWtNbE1qSnNhVzVsVjJsa2RHZ2xNaklsTTBFeEpUSkRKVEl5Wm05dWRDMW1ZVzFwYkhrbE1qSWxNMEVsTWpJbFJUVWxRa1VsUVVVbFJUZ2xRa1FsUVVZbFJUa2xPVUlsT0RVbFJUa2xRa0lsT1RFbE1qSWxNa01sTWpKc2FXNWxVM1I1Y0dVbE1qSWxNMEVsTjBJbE1qSnNhVzVsVkhsd1pTVXlNaVV6UVNVeU1tSnBaMmgwSlRJeUpUSkRKVEl5YkdsdVpWZHBaSFJvSlRJeUpUTkJNU1V5UXlVeU1uSmhibVJ2YlV4cGJtVkRiMnh2Y2lVeU1pVXpRU1V5TWlVeU0yVTROV1EwWlNVeU1pVTNSQ1V5UXlVeU1tSmhZMnRuY205MWJtUWxNaklsTTBFbE1qSWxNak5tWm1Oak9Ua2xNaklsTWtNbE1qSm1iMjUwTFhkbGFXZG9kQ1V5TWlVelFTVXlNbTV2Y20xaGJDVXlNaVV5UXlVeU1uSmhibVJ2YlV4cGJtVkRiMnh2Y2lVeU1pVXpRU1V5TWlVeU0yVTROV1EwWlNVeU1pVTNSQ1V5UXlVeU1tTmhiR3h2ZFhRbE1qSWxNMEVsTlVJbE5VUWxOMFFsTWtNbE4wSWxNakp3WVhKbGJuUWxNaklsTTBFbE1qSnliMjkwSlRJeUpUSkRKVEl5WTJocGJHUnlaVzRsTWpJbE0wRWxOVUlsTjBJbE1qSndZWEpsYm5RbE1qSWxNMEVsTWpJd1l6UTJPR015TmprNVkySWxNaklsTWtNbE1qSmphR2xzWkhKbGJpVXlNaVV6UVNVMVFpVTNRaVV5TW5CaGNtVnVkQ1V5TWlVelFTVXlNakkwTkdZNVpqazVaamcwTlNVeU1pVXlReVV5TW1Ob2FXeGtjbVZ1SlRJeUpUTkJKVFZDSlRkQ0pUSXlZMmhwYkdSeVpXNGxNaklsTTBFbE5VSWxOVVFsTWtNbE1qSnBaQ1V5TWlVelFTVXlNakptTVRreE5XTmpMVFkzWTJJdE5HTmhNUzA0WXpnekxUTXdOVGt4TkRZellXUmlPU1V5TWlVeVF5VXlNblJwZEd4bEpUSXlKVE5CSlRJeUpVVTFKVUl3SlVKRkpVVTNKVUZGSlVJeEpVVTBKVUpCSlVFMEpVVTFKVGxDSlRsRkpUSXlKVEpESlRJeWNHRnlaVzUwSlRJeUpUTkJKVEl5TkdJeVlXWmlZekl5TUdaaUpUSXlKVEpESlRJeWFXTnZibk1sTWpJbE0wRWxOVUlsTjBJbE1qSnBibVJsZUNVeU1pVXpRU1V5TWpNMk9DVXlNaVV5UXlVeU1tNWhiV1VsTWpJbE0wRWxNakp2ZEdobGNpVXlNaVV5UXlVeU1tTnZiRzl5SlRJeUpUTkJKVEl5Y21kaUtEUXdKVEpESlRJd01Ua3hKVEpESlRJd09UQXBKVEl5SlRkRUpUVkVKVEpESlRJeVkyRnNiRzkxZENVeU1pVXpRU1UxUWlVMVJDVTNSQ1V5UXlVM1FpVXlNbU5vYVd4a2NtVnVKVEl5SlROQkpUVkNKVFZFSlRKREpUSXlhV1FsTWpJbE0wRWxNakl5WmpWaU1qTXlNaTFrT1RsaUxUUm1NbUl0WVdZeVpDMHlOMlU1T1dSbU1ERTBNakFsTWpJbE1rTWxNakowYVhSc1pTVXlNaVV6UVNVeU1pVkZOU1ZDTUNWQ1JTVkZOeVZCUlNWQ01TVkZOU1ZCUmlVNE5DVkZOU1ZDUVNVNU15VkZOU1U0UmlVNU1TVkZPQ1ZDTlNWQ055VXlNaVV5UXlVeU1uQmhjbVZ1ZENVeU1pVXpRU1V5TWpSaU1tRm1ZbU15TWpCbVlpVXlNaVV5UXlVeU1tbGpiMjV6SlRJeUpUTkJKVFZDSlRkQ0pUSXlhVzVrWlhnbE1qSWxNMEVsTWpJek56TWxNaklsTWtNbE1qSnVZVzFsSlRJeUpUTkJKVEl5YjNSb1pYSWxNaklsTWtNbE1qSmpiMnh2Y2lVeU1pVXpRU1V5TW5KbllpZ3pNeVV5UXlVeU1ERTNOeVV5UXlVeU1ESXlNeWtsTWpJbE4wUWxOVVFsTWtNbE1qSmpZV3hzYjNWMEpUSXlKVE5CSlRWQ0pUVkVKVGRFSlRKREpUZENKVEl5WTJocGJHUnlaVzRsTWpJbE0wRWxOVUlsTlVRbE1rTWxNakpwWkNVeU1pVXpRU1V5TWpSallqSm1OekJoTFdRd05HTXRORFkwTmkwNVpXTXlMVEpoTldOaVlXRTJaREF3TkNVeU1pVXlReVV5TW5ScGRHeGxKVEl5SlROQkpUSXlKVVUxSlVGR0pUZzBKVVUxSlVKQkpUa3pKVVUxSlRnM0pVSkJKVVUxSlVKQkpUa3pKVVUwSlVKQkpVRTBKVVUySlRoRkpVRTFKVEl5SlRKREpUSXljR0Z5Wlc1MEpUSXlKVE5CSlRJeU5HSXlZV1ppWXpJeU1HWml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1rTWxOMElsTWpKamFHbHNaSEpsYmlVeU1pVXpRU1UxUWlVMVJDVXlReVV5TW1sa0pUSXlKVE5CSlRJeVpHSTVOMlZqTjJJdFlUYzVaUzAwT0RCbExXRTJZekV0TURBM09ESmtNelprWVRZNUpUSXlKVEpESlRJeWRHbDBiR1VsTWpJbE0wRWxNaklsUlRVbFFrUWxPVE1sUlRZbE9UY2xRVFVsUlRVbE9EVWxRVFVsUlRVbFFrRWxPVE1sUlRRbFFrRWxRVFFsUlRZbE9FVWxRVFVsTWpJbE1rTWxNakp3WVhKbGJuUWxNaklsTTBFbE1qSTBZakpoWm1Kak1qSXdabUl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TFSQ1V5UXlVeU1tbGtKVEl5SlROQkpUSXlOR0l5WVdaaVl6SXlNR1ppSlRJeUpUSkRKVEl5ZEdsMGJHVWxNaklsTTBFbE1qSWxSVFlsT1RjbFFUVWxSVGNsUWtJbE9EZ2xSVFVsUWpBbFFrVWxSVGNsUVVVbFFqRWxSVFVsUVVZbE9EUWxSVFVsUWtFbE9UTWxNaklsTWtNbE1qSnBZMjl1Y3lVeU1pVXpRU1UxUWlVM1FpVXlNbWx1WkdWNEpUSXlKVE5CSlRJeU16RTFKVEl5SlRKREpUSXlibUZ0WlNVeU1pVXpRU1V5TW1OdmJYQnNaWFJwYjI0bE1qSWxNa01sTWpKamIyeHZjaVV5TWlVelFTVXlNbkpuWWlnMU15VXlReVV5TURJd015VXlReVV5TURBcEpUSXlKVGRFSlRWRUpUSkRKVEl5WTJGc2JHOTFkQ1V5TWlVelFTVTFRaVUxUkNVM1JDVXlReVUzUWlVeU1uQmhjbVZ1ZENVeU1pVXpRU1V5TWpJME5HWTVaams1WmpnME5TVXlNaVV5UXlVeU1tTm9hV3hrY21WdUpUSXlKVE5CSlRWQ0pUZENKVEl5WTJocGJHUnlaVzRsTWpJbE0wRWxOVUlsTlVRbE1rTWxNakpwWkNVeU1pVXpRU1V5TWpZd05EVm1aVFEzTFdOa04yUXROR1F6WmkwNE9EWmlMV00zWW1FNU1qa3paV0pqWWlVeU1pVXlReVV5TW5ScGRHeGxKVEl5SlROQkpUSXlKVVUySlVGREpVRXhKVVUySlRrM0pVRTFKVVZHSlVKREpUZzRKVVUxSlRnNEpVSXdKVVUySlRsREpUbEdKVVZHSlVKREpUZzVKVVUxSlRnM0pVSkJKVVUxSlVKQkpUa3pKVVUwSlVKQkpVRTBKVVUySlRoRkpVRTFKVEl5SlRKREpUSXljR0Z5Wlc1MEpUSXlKVE5CSlRJeU1UTTFNR0UxWXpJMk9UWTR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1rTWxOMElsTWpKamFHbHNaSEpsYmlVeU1pVXpRU1UxUWlVMVJDVXlReVV5TW1sa0pUSXlKVE5CSlRJeU5UQm1NVFV6TVdJdE1qSTJOQzAwT0dReUxUazJZalF0TjJRMVlUUmpNemRpWVRVeUpUSXlKVEpESlRJeWRHbDBiR1VsTWpJbE0wRWxNaklsUlRVbE9EVWxRVFVsUlRVbFFrRWxPVE1sUlRRbFFrRWxRVFFsUlRZbE9FVWxRVFVsTWpJbE1rTWxNakp3WVhKbGJuUWxNaklsTTBFbE1qSXhNelV3WVRWak1qWTVOamd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XlReVUzUWlVeU1tTm9hV3hrY21WdUpUSXlKVE5CSlRWQ0pUVkVKVEpESlRJeWFXUWxNaklsTTBFbE1qSXhOVEU0TmpsbU1DMDRNbVpoTFRReU9EZ3RZak5tTVMwNU9UZGhNV1UzTkRWallXSWxNaklsTWtNbE1qSjBhWFJzWlNVeU1pVXpRU1V5TWlWRk5TVkNNQ1ZDUlNWRk55VkJSU1ZDTVNWRk5TVTRSaVU1TVNWRk5pVTVOQ1ZDUlNVeU1pVXlReVV5TW5CaGNtVnVkQ1V5TWlVelFTVXlNakV6TlRCaE5XTXlOamsyT0NVeU1pVXlReVV5TW1samIyNXpKVEl5SlROQkpUVkNKVGRDSlRJeWFXNWtaWGdsTWpJbE0wRWxNakl6TmpnbE1qSWxNa01sTWpKdVlXMWxKVEl5SlROQkpUSXliM1JvWlhJbE1qSWxNa01sTWpKamIyeHZjaVV5TWlVelFTVXlNbkpuWWlnME1DVXlReVV5TURFNU1TVXlReVV5TURrd0tTVXlNaVUzUkNVMVJDVXlReVV5TW1OaGJHeHZkWFFsTWpJbE0wRWxOVUlsTlVRbE4wUWxNa01sTjBJbE1qSmphR2xzWkhKbGJpVXlNaVV6UVNVMVFpVTFSQ1V5UXlVeU1tbGtKVEl5SlROQkpUSXlPREEzTWpRM00yUXRZMlV3WlMwME56UXlMVGd5WWpjdFpUTTRNalExTTJNM05UWm1KVEl5SlRKREpUSXlkR2wwYkdVbE1qSWxNMEVsTWpJbFJUVWxRakFsUWtVbFJUY2xRVVVsUWpFbFJUa2xRVElsT0RZbFJUY2xPVFFsUVRnbE1qSWxNa01sTWpKd1lYSmxiblFsTWpJbE0wRWxNakl4TXpVd1lUVmpNalk1TmpnbE1qSWxNa01sTWpKcFkyOXVjeVV5TWlVelFTVTFRaVUzUWlVeU1tbHVaR1Y0SlRJeUpUTkJKVEl5TXpZNEpUSXlKVEpESlRJeWJtRnRaU1V5TWlVelFTVXlNbTkwYUdWeUpUSXlKVEpESlRJeVkyOXNiM0lsTWpJbE0wRWxNakp5WjJJb05EQWxNa01sTWpBeE9URWxNa01sTWpBNU1Da2xNaklsTjBRbE5VUWxNa01sTWpKallXeHNiM1YwSlRJeUpUTkJKVFZDSlRWRUpUZEVKVFZFSlRKREpUSXlhV1FsTWpJbE0wRWxNakl4TXpVd1lUVmpNalk1TmpnbE1qSWxNa01sTWpKMGFYUnNaU1V5TWlVelFTVXlNaVZGTmlWQlF5VkJNU1ZGTmlVNU55VkJOU1ZGTlNWQ01DVkNSU1ZGTnlWQlJTVkNNU1ZGTlNVNE55VkNRU1ZGTlNWQ1FTVTVNeVV5TWlVeVF5VXlNbWxqYjI1ekpUSXlKVE5CSlRWQ0pUZENKVEl5YVc1a1pYZ2xNaklsTTBFbE1qSXpNVFFsTWpJbE1rTWxNakp1WVcxbEpUSXlKVE5CSlRJeVkyOXRjR3hsZEdsdmJpVXlNaVV5UXlVeU1tTnZiRzl5SlRJeUpUTkJKVEl5Y21kaUtERXlOaVV5UXlVeU1ESXdOQ1V5UXlVeU1EQXBKVEl5SlRkRUpUVkVKVEpESlRJeVkyRnNiRzkxZENVeU1pVXpRU1UxUWlVMVJDVTNSQ1UxUkNVeVF5VXlNbWxrSlRJeUpUTkJKVEl5TWpRMFpqbG1PVGxtT0RRMUpUSXlKVEpESlRJeWRHbDBiR1VsTWpJbE0wRWxNaklsUlRrbE9VSWxPRFlsUlRRbFFqZ2xRVVFsUlRVbFFVWWxPRFFsUlRVbFFrRWxPVE1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XlReVUzUWlVeU1uQmhjbVZ1ZENVeU1pVXpRU1V5TWpCak5EWTRZekkyT1RsallpVXlNaVV5UXlVeU1tTm9hV3hrY21WdUpUSXlKVE5CSlRWQ0pUZENKVEl5Y0dGeVpXNTBKVEl5SlROQkpUSXlNVGxrTURJeVpXSmhPV0U0SlRJeUpUSkRKVEl5WTJocGJHUnlaVzRsTWpJbE0wRWxOVUlsTjBJbE1qSmphR2xzWkhKbGJpVXlNaVV6UVNVMVFpVTFSQ1V5UXlVeU1tbGtKVEl5SlROQkpUSXlOelprTkdRM05Ea3RPVFpsTmkwME9EVm1MVGxsT1RNdE5UTmxNMlJsTnpjMU9XSTRKVEl5SlRKREpUSXlkR2wwYkdVbE1qSWxNMEVsTWpJbFJUVWxRakFsUWtVbFJUY2xRVVVsUWpFbFJUUWxRa0VsUVRRbFJUVWxPVUlsT1VVdEpVVTFKVUl3SlVKRkpVVTNKVUZGSlVJeEpVVTJKVGhGSlVFMUpVVTJKVGswSlVJMkxTVkZOeVZDUkNVNU1TVkZOeVU0TWlWQ09TVkZOU1ZCUmlVNE5DVkZOU1ZDUVNVNU15VkZOU1U0UmlVNU1TVkZPQ1ZDTlNWQ055MGxSVGNsUWtRbE9URWxSVGNsT0RJbFFqa2xSVFVsUVVZbE9EUWxSVFVsUWtFbE9UTWxSVFVsT0RVbFFUVWxSVFVsUWtFbE9UTWxSVFFsUWtFbFFUUWxSVFlsT0VVbFFUVWxNaklsTWtNbE1qSndZWEpsYm5RbE1qSWxNMEVsTWpJellXVTFaalJpTWpCbFpHWWxNaklsTWtNbE1qSmpZV3hzYjNWMEpUSXlKVE5CSlRWQ0pUVkVKVGRFSlRWRUpUSkRKVEl5YVdRbE1qSWxNMEVsTWpJellXVTFaalJpTWpCbFpHWWxNaklsTWtNbE1qSjBhWFJzWlNVeU1pVXpRU1V5TWlWRk5pVTVOeVZCTlNWRk55VkNRaVU0T0NWRk5TVkNNQ1ZDUlNWRk55VkJSU1ZDTVNWRk5TVkJSaVU0TkNWRk5TVkNRU1U1TXlVeU1pVXlReVV5TW1OaGJHeHZkWFFsTWpJbE0wRWxOVUlsTlVRbE1rTWxNakpwWTI5dWN5VXlNaVV6UVNVMVFpVTNRaVV5TW1sdVpHVjRKVEl5SlROQkpUSXlNemN6SlRJeUpUSkRKVEl5Ym1GdFpTVXlNaVV6UVNVeU1tOTBhR1Z5SlRJeUpUSkRKVEl5WTI5c2IzSWxNaklsTTBFbE1qSnlaMklvTXpNbE1rTWxNakF4TnpjbE1rTWxNakF5TWpNcEpUSXlKVGRFSlRWRUpUZEVKVEpESlRkQ0pUSXlZMmhwYkdSeVpXNGxNaklsTTBFbE5VSWxOMElsTWpKamFHbHNaSEpsYmlVeU1pVXpRU1UxUWlVMVJDVXlReVV5TW1sa0pUSXlKVE5CSlRJeU4yVmxOemd3TkRBdE4yUXhNeTAwT0RVekxUZ3pOakF0WXpSbU1UUTVaRFpsWVRrNEpUSXlKVEpESlRJeWRHbDBiR1VsTWpJbE0wRWxNaklsUlRjbFFrUWxPVEVsUlRjbE9ESWxRamtsUlRVbFFVWWxPRFFsUlRVbFFrRWxPVE1sUlRVbE9EY2xRa0VsUlRVbFFrRWxPVE1sUlRRbFFrRWxRVFFsUlRZbE9FVWxRVFV0SlVVMUpVSXdKVUpGSlVVM0pVRkZKVUl4SlVVMUpUaEdKVGt4SlVVMkpUazBKVUpGTFNWRk5TVkNNQ1ZDUlNWRk55VkJSU1ZDTVNWRk9TVkJNaVU0TmlWRk55VTVOQ1ZCT0NVeU1pVXlReVV5TW5CaGNtVnVkQ1V5TWlVelFTVXlNamRrTXpreU9XTXhMVGsxTkdJdE5EWTFZUzFpTmpZd0xUVTFPVEJoTnpGbE5URTROQ1V5TWlVeVF5VXlNbU5oYkd4dmRYUWxNaklsTTBFbE5VSWxOVVFsTjBRbE5VUWxNa01sTWpKcFpDVXlNaVV6UVNVeU1qZGtNemt5T1dNeExUazFOR0l0TkRZMVlTMWlOall3TFRVMU9UQmhOekZsTlRFNE5DVXlNaVV5UXlVeU1uUnBkR3hsSlRJeUpUTkJKVEl5SlVVMkpVRkRKVUV4SlVVMkpUazNKVUUxSlVVMUpVSXdKVUpGSlVVM0pVRkZKVUl4SlVVMUpUZzNKVUpCSlVVMUpVSkJKVGt6SlRJeUpUSkRKVEl5Y0dGeVpXNTBKVEl5SlROQkpUSXlNVGxrTURJeVpXSmhPV0U0SlRJeUpUSkRKVEl5WTJGc2JHOTFkQ1V5TWlVelFTVTFRaVUxUkNVeVF5VXlNbWxqYjI1ekpUSXlKVE5CSlRWQ0pUZENKVEl5YVc1a1pYZ2xNaklsTTBFbE1qSXpOek1sTWpJbE1rTWxNakp1WVcxbEpUSXlKVE5CSlRJeWIzUm9aWElsTWpJbE1rTWxNakpqYjJ4dmNpVXlNaVV6UVNVeU1uSm5ZaWd6TXlVeVF5VXlNREUzTnlVeVF5VXlNREl5TXlrbE1qSWxOMFFsTlVRbE4wUWxOVVFsTWtNbE1qSnBaQ1V5TWlVelFTVXlNakU1WkRBeU1tVmlZVGxoT0NVeU1pVXlReVV5TW5ScGRHeGxKVEl5SlROQkpUSXlKVVUzSlVKRUpUa3hKVVUzSlRneUpVSTVKVVUxSlVGR0pUZzBKVVUxSlVKQkpUa3p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5VUWxNa01sTWpKemRIbHNaU1V5TWlVelFTVTNRaVV5TW1KaFkydG5jbTkxYm1RdFkyOXNiM0lsTWpJbE0wRWxNaklsTWpObVptTmpPVGtsTWpJbE4wUWxNa01sTWpKcFpDVXlNaVV6UVNVeU1qQmpORFk0WXpJMk9UbGpZaVV5TWlVeVF5VXlNblJwZEd4bEpUSXlKVE5CSlRJeUpVVTFKVUZHSlRnMEpVVTFKVUpCSlRrekpVVTNKVUZGSlVFeEpVVTNKVGt3SlRnMkpUSXlKVEpESlRJeVkyRnNiRzkxZENVeU1pVXpRU1UxUWlVMVJDVTNSQ1V5UXlVM1FpVXlNbkJoY21WdWRDVXlNaVV6UVNVeU1uSnZiM1FsTWpJbE1rTWxNakpqYUdsc1pISmxiaVV5TWlVelFTVTFRaVUzUWlVeU1uQmhjbVZ1ZENVeU1pVXpRU1V5TWpZNE5EQXdZMkk1TkdFd01DVXlNaVV5UXlVeU1tTm9hV3hrY21WdUpUSXlKVE5CSlRWQ0pUVkVKVEpESlRJeWFXUWxNaklsTTBFbE1qSTRNakptTVRCbE4yWTFZbVFsTWpJbE1rTWxNakowYVhSc1pTVXlNaVV6UVNVeU1pVkZPQ1U0TnlWQlFTVkZOU1U0UVNWQk9TVkZPQ1ZCUlNWQ1JTVkZOU1ZCTkNVNE55VkZOU1U0UVNWQk1DVkZPU1U1TWlVNVJT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WtNbE4wSWxNakp3WVhKbGJuUWxNaklsTTBFbE1qSTJPRFF3TUdOaU9UUmhNREFsTWpJbE1rTWxNakpqYUdsc1pISmxiaVV5TWlVelFTVTFRaVUxUkNVeVF5VXlNbWxrSlRJeUpUTkJKVEl5WmpjelpHUmtaR1ZrTkdZekpUSXlKVEpESlRJeWRHbDBiR1VsTWpJbE0wRWxNaklsUlRnbE9EY2xRVUVsUlRVbE9FRWxRVGtsUlRnbFFVVWxRa1VsUlRVbFFUUWxPRGNsUlRjbFFrSWxRalFsUlRZbE9FRWxRVFFsTWpJbE1rTWxNakpwWTI5dWN5VXlNaVV6UVNVMVFpVTNRaVV5TW1sdVpHVjRKVEl5SlROQkpUSXlNelk0SlRJeUpUSkRKVEl5Ym1GdFpTVXlNaVV6UVNVeU1tOTBhR1Z5SlRJeUpUSkRKVEl5WTI5c2IzSWxNaklsTTBFbE1qSnlaMklvTkRBbE1rTWxNakF4T1RFbE1rTWxNakE1TUNrbE1qSWxOMFFsTlVRbE1rTWxNakpqWVd4c2IzVjBKVEl5SlROQkpUVkNKVFZFSlRkRUpUSkRKVGRDSlRJeVkyaHBiR1J5Wlc0bE1qSWxNMEVsTlVJbE5VUWxNa01sTWpKcFpDVXlNaVV6UVNVeU1tWm1OVFUwTldRd0xURXpaR0V0TkRreFppMDROek0yTFRBM1pUZG1NRFprWTJJMU55VXlNaVV5UXlVeU1uUnBkR3hsSlRJeUpUTkJKVEl5SlVVNEpUZzNKVUZCSlVVMUpUaEJKVUU1SlVVNEpVRkZKVUpGSlVVMUpVRTBKVGczSlVVMUpVSXdKVUpGSlVVM0pVRkZKVUl4SlVVM0pVSkNKVUkwSlVVMkpUaEJKVUUwSlRJeUpUSkRKVEl5Y0dGeVpXNTBKVEl5SlROQkpUSXlOamcwTURCallqazBZVEF3SlRJeUpUSkRKVEl5YVdOdmJuTWxNaklsTTBFbE5VSWxOMElsTWpKcGJtUmxlQ1V5TWlVelFTVXlNak0yT0NVeU1pVXlReVV5TW01aGJXVWxNaklsTTBFbE1qSnZkR2hsY2lVeU1pVXlReVV5TW1OdmJHOXlKVEl5SlROQkpUSXljbWRpS0RRd0pUSkRKVEl3TVRreEpUSkRKVEl3T1RBcEpUSXlKVGRFSlRWRUpUSkRKVEl5WTJGc2JHOTFkQ1V5TWlVelFTVTFRaVUxUkNVM1JDVTFSQ1V5UXlVeU1uTjBlV3hsSlRJeUpUTkJKVGRDSlRJeVltRmphMmR5YjNWdVpDMWpiMnh2Y2lVeU1pVXpRU1V5TWlVeU0yWm1ZMk01T1NVeU1pVTNSQ1V5UXlVeU1tbGtKVEl5SlROQkpUSXlOamcwTURCallqazBZVEF3SlRJeUpUSkRKVEl5ZEdsMGJHVWxNaklsTTBFbE1qSWxSVGdsT0RjbFFVRWxSVFVsT0VFbFFUa2xSVGdsUVVVbFFrVWxSVFVsUVRRbE9EY2xSVGNsUVVVbFFURWxSVGNsT1RBbE9EWWxNaklsTWtNbE1qSmpZV3hzYjNWMEpUSXlKVE5CSlRWQ0pUVkVKVGRFSlRKREpUZENKVEl5Y0dGeVpXNTBKVEl5SlROQkpUSXljbTl2ZENVeU1pVXlReVV5TW1Ob2FXeGtjbVZ1SlRJeUpUTkJKVFZDSlRkQ0pUSXljR0Z5Wlc1MEpUSXlKVE5CSlRJeU5XRmtZV1V3TXpabFkyWmxKVEl5SlRKREpUSXlZMmhwYkdSeVpXNGxNaklsTTBFbE5VSWxOVVFsTWtNbE1qSnBaQ1V5TWlVelFTVXlNbVEwWW1VelkyTXhNMk00WWlVeU1pVXlReVV5TW5ScGRHeGxKVEl5SlROQkpUSXlKVVUySlRsR0pUbERKVVUxSlRreEpUazRKVVUxSlVJd0pVSkZKVVUzSlVGRkpVSXhKVVUySlRsR0pVRTFKVVUzSlVFeUpVSXdKVVUxSlVKQkpUa3pKVEl5SlRKREpUSXlhV052Ym5NbE1qSWxNMEVsTlVJbE4wSWxNakpqYjJ4dmNpVXlNaVV6UVNVeU1uSm5ZaWd4TVRNbE1rTWxNakF5TURNbE1rTWxNakEwTlNrbE1qSWxNa01sTWpKdVlXMWxKVEl5SlROQkpUSXlKVEl5SlRKREpUSXlhVzVrWlhnbE1qSWxNMEVsTWpJek9DVXlNaVV5UXlVeU1uUmxlSFFsTWpJbE0wRWxNaklsTWpZbE1qTjRaVFk1TXlVeU1pVTNSQ1UxUkNVeVF5VXlNbU5oYkd4dmRYUWxNaklsTTBFbE5VSWxOVVFsTjBRbE1rTWxOMElsTWpKd1lYSmxiblFsTWpJbE0wRWxNakkxWVdSaFpUQXpObVZqWm1VbE1qSWxNa01sTWpKamFHbHNaSEpsYmlVeU1pVXpRU1UxUWlVMVJDVXlReVV5TW1sa0pUSXlKVE5CSlRJeVpXSm1OemMzTlRSall6STRKVEl5SlRKREpUSXlkR2wwYkdVbE1qSWxNMEVsTWpJbFJUa2xPRGNsT1RFbFJUVWxRa0VsT1RNbFJUWWxPVVlsUVRVbFJUY2xRVElsUWpBbFJUVWxRa0VsT1RNbE1qSWxNa01sTWpKcFkyOXVjeVV5TWlVelFTVTFRaVUzUWlVeU1tbHVaR1Y0SlRJeUpUTkJKVEl5TXpjekpUSXlKVEpESlRJeWJtRnRaU1V5TWlVelFTVXlNbTkwYUdWeUpUSXlKVEpESlRJeVkyOXNiM0lsTWpJbE0wRWxNakp5WjJJb016TWxNa01sTWpBeE56Y2xNa01sTWpBeU1qTXBKVEl5SlRkRUpUVkVKVEpESlRJeVkyRnNiRzkxZENVeU1pVXpRU1UxUWlVMVJDVTNSQ1V5UXlVM1FpVXlNbU5vYVd4a2NtVnVKVEl5SlROQkpUVkNKVFZFSlRKREpUSXlhV1FsTWpJbE0wRWxNakl5TTJSaU9URTJNQzFqWWpSbExUUmxZMk10T0dKaVlTMHpPR0kwWVRNelpqWXhOVFVsTWpJbE1rTWxNakowYVhSc1pTVXlNaVV6UVNVeU1pVkZPQ1U0TnlWQlFTVkZOU1U0UVNWQk9TVkZPQ1ZCUlNWQ1JTVkZOU1ZCTkNVNE55VkZOaVU1UmlWQk5TVkZOU1ZDUVNVNU15VXlNaVV5UXlVeU1uQmhjbVZ1ZENVeU1pVXpRU1V5TWpWaFpHRmxNRE0yWldObVpT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lVRbE1rTWxNakp6ZEhsc1pTVXlNaVV6UVNVM1FpVXlNbUpoWTJ0bmNtOTFibVF0WTI5c2IzSWxNaklsTTBFbE1qSWxNak5tWm1Oak9Ua2xNaklsTjBRbE1rTWxNakpwWkNVeU1pVXpRU1V5TWpWaFpHRmxNRE0yWldObVpTVXlNaVV5UXlVeU1uUnBkR3hsSlRJeUpUTkJKVEl5SlVVMkpUbEdKVUUxSlVVM0pVRXlKVUl3SlVVMUpVSkJKVGt6SlVVM0pVRkZKVUV4SlVVM0pUa3dKVGcySlRJeUpUSkRKVEl5WTJGc2JHOTFkQ1V5TWlVelFTVTFRaVUxUkNVM1JDVXlReVUzUWlVeU1tTm9hV3hrY21WdUpUSXlKVE5CSlRWQ0pUZENKVEl5WTJocGJHUnlaVzRsTWpJbE0wRWxOVUlsTlVRbE1rTWxNakpwWkNVeU1pVXpRU1V5TW1NNVptSmhNbVJsTFdNM05EWXROREE0T1MwNU5EQmhMVFJrWlRNM09UQXlORFptWVNVeU1pVXlReVV5TW5ScGRHeGxKVEl5SlROQkpUSXlKVVUxSlVJd0pVSkZKVVUzSlVGRkpVSXhKVVUzSlVKQ0pVSTBKVVUySlRoQkpVRTBKVEl5SlRKREpUSXljR0Z5Wlc1MEpUSXlKVE5CSlRJeU1UaG1aR1ZoWlRZdE56QTFPQzAwTm1NeUxXRTVPVGN0TUdVME0yUXdaalpqWXpRNUpUSXlKVEpESlRJeWFXTnZibk1sTWpJbE0wRWxOVUlsTjBJbE1qSnBibVJsZUNVeU1pVXpRU1V5TWpNM015VXlNaVV5UXlVeU1tNWhiV1VsTWpJbE0wRWxNakp2ZEdobGNpVXlNaVV5UXlVeU1tTnZiRzl5SlRJeUpUTkJKVEl5Y21kaUtETXpKVEpESlRJd01UYzNKVEpESlRJd01qSXpLU1V5TWlVM1JDVTFSQ1V5UXlVeU1tTmhiR3h2ZFhRbE1qSWxNMEVsTlVJbE5VUWxOMFFsTWtNbE4wSWxNakpqYUdsc1pISmxiaVV5TWlVelFTVTFRaVUxUkNVeVF5VXlNbWxrSlRJeUpUTkJKVEl5WldVMk4yVmlaVGt0Wm1ZNU1TMDBPR1ZqTFRrNU9HVXRabVJpTmpkbFpXUmtabU16SlRJeUpUSkRKVEl5ZEdsMGJHVWxNaklsTTBFbE1qSWxSVFFsUWpnbE9VRWxSVFVsT0VFbFFURWxSVFVsUWtFbE9UTWxSVGNsUWtJbFFqUWxSVFlsT0VFbFFUUWxNaklsTWtNbE1qSndZWEpsYm5RbE1qSWxNMEVsTWpJeE9HWmtaV0ZsTmkwM01EVTRMVFEyWXpJdFlUazVOeTB3WlRRelpEQm1ObU5qTkRrbE1qSWxNa01sTWpKcFkyOXVjeVV5TWlVelFTVTFRaVUzUWlVeU1tbHVaR1Y0SlRJeUpUTkJKVEl5TXpjekpUSXlKVEpESlRJeWJtRnRaU1V5TWlVelFTVXlNbTkwYUdWeUpUSXlKVEpESlRJeVkyOXNiM0lsTWpJbE0wRWxNakp5WjJJb016TWxNa01sTWpBeE56Y2xNa01sTWpBeU1qTXBKVEl5SlRkRUpUVkVKVEpESlRJeVkyRnNiRzkxZENVeU1pVXpRU1UxUWlVMVJDVTNSQ1V5UXlVM1FpVXlNbU5vYVd4a2NtVnVKVEl5SlROQkpUVkNKVFZFSlRKREpUSXlhV1FsTWpJbE0wRWxNakpqTlRka1lqRTFPQzB4WW1NNExUUmpOemt0WVRreVppMWhaVEF5TVRFM1lXWTBaRE1sTWpJbE1rTWxNakowYVhSc1pTVXlNaVV6UVNVeU1pVkZOQ1ZDT0NVNVFTVkZOU1U0UVNWQk1TVkZOU1ZDUVNVNU15VkZOeVZCTnlWQ1FpVkZOQ1ZDUVNWQk5DVXlNaVV5UXlVeU1uQmhjbVZ1ZENVeU1pVXpRU1V5TWpFNFptUmxZV1UyTFRjd05UZ3RORFpqTWkxaE9UazNMVEJsTkROa01HWTJZMk0wT1NVeU1pVXlReVV5TW1samIyNXpKVEl5SlROQkpUVkNKVGRDSlRJeWFXNWtaWGdsTWpJbE0wRWxNakl6TnpNbE1qSWxNa01sTWpKdVlXMWxKVEl5SlROQkpUSXliM1JvWlhJbE1qSWxNa01sTWpKamIyeHZjaVV5TWlVelFTVXlNbkpuWWlnek15VXlReVV5TURFM055VXlReVV5TURJeU15a2xNaklsTjBRbE5VUWxNa01sTWpKallXeHNiM1YwSlRJeUpUTkJKVFZDSlRWRUpUZEVKVFZFSlRKREpUSXlhV1FsTWpJbE0wRWxNakl4T0daa1pXRmxOaTAzTURVNExUUTJZekl0WVRrNU55MHdaVFF6WkRCbU5tTmpORGtsTWpJbE1rTWxNakowYVhSc1pTVXlNaVV6UVNVeU1pVkZOU1ZDTUNWQ1JTVkZOeVZCUlNWQ01TVkZOeVZCUlNWQk1TVkZOeVU1TUNVNE5pVXlNaVV5UXlVeU1uQmhjbVZ1ZENVeU1pVXpRU1V5TW5KdmIzUWxNaklsTWtNbE1qSnNhVzVsVTNSNWJHVWxNaklsTTBFbE4wSWxNakp5WVc1a2IyMU1hVzVsUTI5c2IzSWxNaklsTTBFbE1qSWxNak5sT0RWa05HVWxNaklsTjBRbE1rTWxNakp6ZEhsc1pTVXlNaVV6UVNVM1FpVXlNbk4wZVd4bEpUSXlKVE5CSlRkQ0pUSXliR2x1WlZOMGVXeGxKVEl5SlROQkpUZENKVGRFSlRkRUpUSkRKVEl5WW05c1pDVXlNaVV6UVdaaGJITmxKVEpESlRJeWFYUmhiR2xqSlRJeUpUTkJabUZzYzJVbE1rTWxNakowWlhoMFFXeHBaMjRsTWpJbE0wRWxNakpzWldaMEpUSXlKVEpESlRJeVptOXVkQzF6YVhwbEpUSXlKVE5CSlRJeU1UZHdlQ1V5TWlVeVF5VXlNbUp2Y21SbGNpMXlZV1JwZFhNbE1qSWxNMEVsTWpJMWNIZ2xNaklsTWtNbE1qSmpiMnh2Y2lVeU1pVXpRU1V5TW5KbllpZzJPQ1V5UXpZNEpUSkROamdwSlRJeUpUSkRKVEl5Y0dGa1pHbHVaeVV5TWlVelFTVXlNamx3ZUNVeU1ERXdjSGdsTWpJbE1rTWxNakppYjNKa1pYSXRkMmxrZEdnbE1qSWxNMEVsTWpJeGNIZ2xNaklsTWtNbE1qSmliM0prWlhJdFkyOXNiM0lsTWpJbE0wRWxNaklsTWpNNE1FSkRORElsTWpJbE1rTWxNakppYjNKa1pYSXRjM1I1YkdVbE1qSWxNMEVsTWpKemIyeHBaQ1V5TWlVeVF5VXlNbXhwYm1WVWVYQmxKVEl5SlROQkpUSXlZbWxuYUhRbE1qSWxNa01sTWpKc2FXNWxWMmxrZEdnbE1qSWxNMEV4SlRKREpUSXlabTl1ZEMxbVlXMXBiSGtsTWpJbE0wRWxNaklsUlRVbFFrVWxRVVVsUlRnbFFrUWxRVVlsUlRrbE9VSWxPRFVsUlRrbFFrSWxPVEVsTWpJbE1rTWxNakpzYVc1bFUzUjVjR1VsTWpJbE0wRWxOMElsTWpKc2FXNWxWSGx3WlNVeU1pVXpRU1V5TW1KcFoyaDBKVEl5SlRKREpUSXliR2x1WlZkcFpIUm9KVEl5SlROQk1TVTNSQ1V5UXlVeU1tSmhZMnRuY205MWJtUWxNaklsTTBFbE1qSWxNak5tWm1Oak9Ua2xNaklsTWtNbE1qSm1iMjUwTFhkbGFXZG9kQ1V5TWlVelFTVXlNbTV2Y20xaGJDVXlNaVUzUkNVeVF5VXlNbU5oYkd4dmRYUWxNaklsTTBFbE5VSWxOVVFsTjBRbE1rTWxOMElsTWpKamFHbHNaSEpsYmlVeU1pVXpRU1UxUWlVM1FpVXlNbU5vYVd4a2NtVnVKVEl5SlROQkpUVkNKVFZFSlRKREpUSXlhV1FsTWpJbE0wRWxNakprTWprMlkyUXpNUzB3TlRneUxUUTBNek10WWpsak9DMWtZMkl5TVRKbU9Ua3paalVsTWpJbE1rTWxNakowYVhSc1pTVXlNaVV6UVNVeU1pVkZPQ1U0TVNVNU5DVkZOeVZCTkNWQ1JTVkZOU1U0TlNWQk5TVkZOU1ZDUVNVNU15VXlNaVV5UXlVeU1uQmhjbVZ1ZENVeU1pVXpRU1V5TWpKak1qRmxZVEE1TFRBNVpqSXROR0kzTXkxaVptRm1MVE00TmpjNFptTmpabU15WVNVeU1pVXlReVV5TW1samIyNXpKVEl5SlROQkpUVkNKVGRDSlRJeWFXNWtaWGdsTWpJbE0wRWxNakl6TnpVbE1qSWxNa01sTWpKdVlXMWxKVEl5SlROQkpUSXliM1JvWlhJbE1qSWxNa01sTWpKamIyeHZjaVV5TWlVelFTVXlNbkpuWWlneU5UVWxNa01sTWpBeE16UWxNa01sTWpBMU9Ta2xNaklsTjBRbE5VUWxNa01sTWpKallXeHNiM1YwSlRJeUpUTkJKVFZDSlRWRUpUZEVKVEpESlRkQ0pUSXlZMmhwYkdSeVpXNGxNaklsTTBFbE5VSWxOVVFsTWtNbE1qSnBaQ1V5TWlVelFTVXlNbVl6T0RrMlltTXdMVE0wTXpjdE5ETXdNaTFoTURSaUxUUTVZV0V4WlRreE5UUmpOaVV5TWlVeVF5VXlNblJwZEd4bEpUSXlKVE5CSlRJeUpVVTRKVGd4SlRrMEpVVTNKVUUwSlVKRkpVVTVKVGswSlRnd0pVVTJKVUZHSlRneEpUSXlKVEpESlRJeWNHRnlaVzUwSlRJeUpUTkJKVEl5TW1NeU1XVmhNRGt0TURsbU1pMDBZamN6TFdKbVlXWXRNemcyTnpobVkyTm1ZekpoSlRJeUpUSkRKVEl5YVdOdmJuTWxNaklsTTBFbE5VSWxOMElsTWpKcGJtUmxlQ1V5TWlVelFTVXlNak0zTlNVeU1pVXlReVV5TW01aGJXVWxNaklsTTBFbE1qSnZkR2hsY2lVeU1pVXlReVV5TW1OdmJHOXlKVEl5SlROQkpUSXljbWRpS0RJMU5TVXlReVV5TURFek5DVXlReVV5TURVNUtTVXlNaVUzUkNVMVJDVXlReVV5TW1OaGJHeHZkWFFsTWpJbE0wRWxOVUlsTlVRbE4wUWxOVVFsTWtNbE1qSnBaQ1V5TWlVelFTVXlNakpqTWpGbFlUQTVMVEE1WmpJdE5HSTNNeTFpWm1GbUxUTTROamM0Wm1OalptTXlZU1V5TWlVeVF5VXlNblJwZEd4bEpUSXlKVE5CSlRJeUpVVTFKVGczSlVGRUpVVTRKVUZHSlRneEpVVTNKVUZGSlVFeEpVVTNKVGt3SlRnMkpUSXlKVEpESlRJeWNHRnlaVzUwSlRJeUpUTkJKVEl5Y205dmRDVXlNaVV5UXlVeU1teHBibVZUZEhsc1pTVXlNaVV6UVNVM1FpVXlNbkpoYm1SdmJVeHBibVZEYjJ4dmNpVXlNaVV6UVNVeU1uSm5ZaWd5TXpJbE1rTWxNakF4TWpRbE1rTWxNakF6TnlrbE1qSWxOMFFsTWtNbE1qSnpkSGxzWlNVeU1pVXpRU1UzUWlVeU1uTjBlV3hsSlRJeUpUTkJKVGRDSlRJeWJHbHVaVk4wZVd4bEpUSXlKVE5CSlRkQ0pUZEVKVGRFSlRKREpUSXlZbTlzWkNVeU1pVXpRV1poYkhObEpUSkRKVEl5YVhSaGJHbGpKVEl5SlROQlptRnNjMlVsTWtNbE1qSjBaWGgwUVd4cFoyNGxNaklsTTBFbE1qSnNaV1owSlRJeUpUSkRKVEl5Wm05dWRDMXphWHBsSlRJeUpUTkJKVEl5TVRkd2VDVXlNaVV5UXlVeU1teHBibVZUZEhsc1pTVXlNaVV6UVNVM1FpVXlNbkpoYm1SdmJVeHBibVZEYjJ4dmNpVXlNaVV6UVNVeU1pVXlNMlU0TldRMFpTVXlNaVUzUkNVeVF5VXlNbUp2Y21SbGNpMXlZV1JwZFhNbE1qSWxNMEVsTWpJMWNIZ2xNaklsTWtNbE1qSmpiMnh2Y2lVeU1pVXpRU1V5TW5KbllpZzJPQ1V5UXpZNEpUSkROamdwSlRJeUpUSkRKVEl5Y0dGa1pHbHVaeVV5TWlVelFTVXlNamx3ZUNVeU1ERXdjSGdsTWpJbE1rTWxNakppYjNKa1pYSXRkMmxrZEdnbE1qSWxNMEVsTWpJeGNIZ2xNaklsTWtNbE1qSmliM0prWlhJdFkyOXNiM0lsTWpJbE0wRWxNaklsTWpNNE1FSkRORElsTWpJbE1rTWxNakppYjNKa1pYSXRjM1I1YkdVbE1qSWxNMEVsTWpKemIyeHBaQ1V5TWlVeVF5VXlNbXhwYm1WVWVYQmxKVEl5SlROQkpUSXlZbWxuYUhRbE1qSWxNa01sTWpKc2FXNWxWMmxrZEdnbE1qSWxNMEV4SlRKREpUSXlabTl1ZEMxbVlXMXBiSGtsTWpJbE0wRWxNaklsUlRVbFFrVWxRVVVsUlRnbFFrUWxRVVlsUlRrbE9VSWxPRFVsUlRrbFFrSWxPVEVsTWpJbE1rTWxNakpzYVc1bFUzUjVjR1VsTWpJbE0wRWxOMElsTWpKc2FXNWxWSGx3WlNVeU1pVXpRU1V5TW1KcFoyaDBKVEl5SlRKREpUSXliR2x1WlZkcFpIUm9KVEl5SlROQk1TVXlReVV5TW5KaGJtUnZiVXhwYm1WRGIyeHZjaVV5TWlVelFTVXlNaVV5TTJVNE5XUTBaU1V5TWlVM1JDVXlReVV5TW1KaFkydG5jbTkxYm1RbE1qSWxNMEVsTWpJbE1qTm1abU5qT1RrbE1qSWxNa01sTWpKbWIyNTBMWGRsYVdkb2RDVXlNaVV6UVNVeU1tNXZjbTFoYkNVeU1pVXlReVV5TW5KaGJtUnZiVXhwYm1WRGIyeHZjaVV5TWlVelFTVXlNaVV5TTJVNE5XUTBaU1V5TWlVM1JDVXlReVV5TW1OaGJHeHZkWFFsTWpJbE0wRWxOVUlsTlVRbE4wUWxOVVFsTWtNbE1qSnliMjkwSlRJeUpUTkJkSEoxWlNVeVF5VXlNbk4wZVd4bEpUSXlKVE5CSlRkQ0pUSXlabTl1ZEMxM1pXbG5hSFFsTWpJbE0wRWxNakppYjJ4a0pUSXlKVEpESlRJeVptOXVkQzF6YVhwbEpUSXlKVE5CTVRrbE4wUWxNa01sTWpKMGFHVnRaU1V5TWlVelFTVXlNbU5oYVdodmJtY2xNaklsTWtNbE1qSnBaQ1V5TWlVelFTVXlNbkp2YjNRbE1qSWxNa01sTWpKMGFYUnNaU1V5TWlVelFTVXlNaVZGTnlVNFJTVkNNQ1ZGT1NVNE55VTVNU1ZGTlNVNE55VkJSQ1ZGT0NWQlJpVTRNU1ZGTnlWQlJTVkJNU1ZGTnlVNU1DVTROaVV5TWlVeVF5VXlNblpsY25OcGIyNGxNaklsTTBFd0pUSkRKVEl5YzNSeWRXTjBkWEpsSlRJeUpUTkJKVEl5YldsdVpGOW1jbVZsSlRJeUpUSkRKVEl5Wm5KbFpVTm9hV3hrY21WdUpUSXlKVE5CSlRWQ0pUVkVKVEpESlRJeWRHVjRkRUYxZEc5WGNtRndWMmxrZEdnbE1qSWxNMEU1TURBbE1rTWxNakprWVhSaEpUSXlKVE5CSlRkQ0pUSXljbWxuYUhRdFkyOXVkR1Z1ZEMxcGJtUmxlQ1V5TWlVelFUY2xOMFFsTWtNbE1qSmxaR2wwYjNKV1pYSnphVzl1SlRJeUpUTkJKVEl5VmpJbE1qSWxNa01sTWpKamIyMXRaVzUwY3lVeU1pVXpRU1UxUWlVMVJDVXlReVV5TW5Ob2IzZFhZWFJsY20xaGNtc2xNaklsTTBGbVlXeHpaU1V5UXlVeU1uUnZaRzlNYVhOMEpUSXlKVE5CSlRkQ0pUZEVKVEpESlRJeVkyRnNiRzkxZENVeU1pVXpRU1UxUWlVMVJDVTNSQT09IiwKCSJGaWxlSWQiIDogIjNiMWUzODc3LWRlODYtNDY1Ni1iYWI1LWMyNDlhZGE1OWQyNSIKfQo="/>
    </extobj>
  </extobjs>
</s:customData>
</file>

<file path=customXml/itemProps286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4444</Words>
  <Application>WPS 演示</Application>
  <PresentationFormat>宽屏</PresentationFormat>
  <Paragraphs>377</Paragraphs>
  <Slides>15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42" baseType="lpstr">
      <vt:lpstr>Arial</vt:lpstr>
      <vt:lpstr>宋体</vt:lpstr>
      <vt:lpstr>Wingdings</vt:lpstr>
      <vt:lpstr>Wingdings</vt:lpstr>
      <vt:lpstr>微软雅黑</vt:lpstr>
      <vt:lpstr>方正雅意黑 GB18030L2</vt:lpstr>
      <vt:lpstr>Franklin Gothic Medium</vt:lpstr>
      <vt:lpstr>苹方-简</vt:lpstr>
      <vt:lpstr>Calibri</vt:lpstr>
      <vt:lpstr>Saturday Sans Regular</vt:lpstr>
      <vt:lpstr>仿宋</vt:lpstr>
      <vt:lpstr>Times New Roman</vt:lpstr>
      <vt:lpstr>宋体</vt:lpstr>
      <vt:lpstr>Arial Unicode MS</vt:lpstr>
      <vt:lpstr>Helvetica Neue</vt:lpstr>
      <vt:lpstr>汉仪书宋二KW</vt:lpstr>
      <vt:lpstr>仿宋-简</vt:lpstr>
      <vt:lpstr>Arial</vt:lpstr>
      <vt:lpstr>华文宋体</vt:lpstr>
      <vt:lpstr>Saturday Sans Regular</vt:lpstr>
      <vt:lpstr>Times New Roman</vt:lpstr>
      <vt:lpstr>仿宋</vt:lpstr>
      <vt:lpstr>微软雅黑</vt:lpstr>
      <vt:lpstr>Apple Color Emoji</vt:lpstr>
      <vt:lpstr>宋体-简</vt:lpstr>
      <vt:lpstr>3_Office 主题​​</vt:lpstr>
      <vt:lpstr>5_Office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Stand WU</dc:creator>
  <cp:lastModifiedBy>段波</cp:lastModifiedBy>
  <cp:revision>318</cp:revision>
  <dcterms:created xsi:type="dcterms:W3CDTF">2026-08-08T21:10:49Z</dcterms:created>
  <dcterms:modified xsi:type="dcterms:W3CDTF">2026-08-08T21:10:49Z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C8B898C0F2A9577F2E9B776A45A1938D_43</vt:lpwstr>
  </property>
</Properties>
</file>