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"/>
          <p:cNvSpPr/>
          <p:nvPr/>
        </p:nvSpPr>
        <p:spPr>
          <a:xfrm>
            <a:off x="600000" y="250000"/>
            <a:ext cx="10992000" cy="600000"/>
          </a:xfrm>
          <a:prstGeom prst="roundRect">
            <a:avLst>
              <a:gd name="adj" fval="8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2800" b="1" dirty="0">
                <a:solidFill>
                  <a:srgbClr val="1F3864"/>
                </a:solidFill>
              </a:rPr>
              <a:t>柜面开户操作流程</a:t>
            </a:r>
          </a:p>
        </p:txBody>
      </p:sp>
      <p:sp>
        <p:nvSpPr>
          <p:cNvPr id="2" name="step1"/>
          <p:cNvSpPr/>
          <p:nvPr/>
        </p:nvSpPr>
        <p:spPr>
          <a:xfrm>
            <a:off x="2596000" y="1200000"/>
            <a:ext cx="7000000" cy="609666"/>
          </a:xfrm>
          <a:prstGeom prst="roundRect">
            <a:avLst>
              <a:gd name="adj" fval="8000"/>
            </a:avLst>
          </a:prstGeom>
          <a:solidFill>
            <a:srgbClr val="C00000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预约叫号</a:t>
            </a:r>
          </a:p>
        </p:txBody>
      </p:sp>
      <p:cxnSp>
        <p:nvCxnSpPr>
          <p:cNvPr id="3" name="arrow3"/>
          <p:cNvCxnSpPr>
            <a:stCxn/>
            <a:endCxn/>
          </p:cNvCxnSpPr>
          <p:nvPr/>
        </p:nvCxnSpPr>
        <p:spPr>
          <a:xfrm flipV="0" rot="5400000">
            <a:off x="6096000" y="1959666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4" name="step2"/>
          <p:cNvSpPr/>
          <p:nvPr/>
        </p:nvSpPr>
        <p:spPr>
          <a:xfrm>
            <a:off x="2596000" y="2109666"/>
            <a:ext cx="7000000" cy="609666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身份识别</a:t>
            </a:r>
          </a:p>
        </p:txBody>
      </p:sp>
      <p:cxnSp>
        <p:nvCxnSpPr>
          <p:cNvPr id="5" name="arrow5"/>
          <p:cNvCxnSpPr>
            <a:stCxn/>
            <a:endCxn/>
          </p:cNvCxnSpPr>
          <p:nvPr/>
        </p:nvCxnSpPr>
        <p:spPr>
          <a:xfrm flipV="0" rot="5400000">
            <a:off x="6096000" y="2869332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6" name="step3"/>
          <p:cNvSpPr/>
          <p:nvPr/>
        </p:nvSpPr>
        <p:spPr>
          <a:xfrm>
            <a:off x="2596000" y="3019332"/>
            <a:ext cx="7000000" cy="609666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资料录入</a:t>
            </a:r>
          </a:p>
        </p:txBody>
      </p:sp>
      <p:cxnSp>
        <p:nvCxnSpPr>
          <p:cNvPr id="7" name="arrow7"/>
          <p:cNvCxnSpPr>
            <a:stCxn/>
            <a:endCxn/>
          </p:cNvCxnSpPr>
          <p:nvPr/>
        </p:nvCxnSpPr>
        <p:spPr>
          <a:xfrm flipV="0" rot="5400000">
            <a:off x="6096000" y="3778998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8" name="step4"/>
          <p:cNvSpPr/>
          <p:nvPr/>
        </p:nvSpPr>
        <p:spPr>
          <a:xfrm>
            <a:off x="2596000" y="3928998"/>
            <a:ext cx="7000000" cy="609666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业务开通</a:t>
            </a:r>
          </a:p>
        </p:txBody>
      </p:sp>
      <p:cxnSp>
        <p:nvCxnSpPr>
          <p:cNvPr id="9" name="arrow9"/>
          <p:cNvCxnSpPr>
            <a:stCxn/>
            <a:endCxn/>
          </p:cNvCxnSpPr>
          <p:nvPr/>
        </p:nvCxnSpPr>
        <p:spPr>
          <a:xfrm flipV="0" rot="5400000">
            <a:off x="6096000" y="4688664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0" name="step5"/>
          <p:cNvSpPr/>
          <p:nvPr/>
        </p:nvSpPr>
        <p:spPr>
          <a:xfrm>
            <a:off x="2596000" y="4838664"/>
            <a:ext cx="7000000" cy="609666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授权复核</a:t>
            </a:r>
          </a:p>
        </p:txBody>
      </p:sp>
      <p:cxnSp>
        <p:nvCxnSpPr>
          <p:cNvPr id="11" name="arrow11"/>
          <p:cNvCxnSpPr>
            <a:stCxn/>
            <a:endCxn/>
          </p:cNvCxnSpPr>
          <p:nvPr/>
        </p:nvCxnSpPr>
        <p:spPr>
          <a:xfrm flipV="0" rot="5400000">
            <a:off x="6096000" y="559833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2" name="step6"/>
          <p:cNvSpPr/>
          <p:nvPr/>
        </p:nvSpPr>
        <p:spPr>
          <a:xfrm>
            <a:off x="2596000" y="5748330"/>
            <a:ext cx="7000000" cy="609666"/>
          </a:xfrm>
          <a:prstGeom prst="roundRect">
            <a:avLst>
              <a:gd name="adj" fval="8000"/>
            </a:avLst>
          </a:prstGeom>
          <a:solidFill>
            <a:srgbClr val="1E7145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归档结束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