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762000"/>
            <a:ext cx="5080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800">
                <a:latin typeface="微软雅黑" panose="020B0503020204020204" charset="-122"/>
                <a:ea typeface="微软雅黑" panose="020B0503020204020204" charset="-122"/>
              </a:rPr>
              <a:t>test</a:t>
            </a:r>
            <a:endParaRPr lang="en-US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gogoj</dc:creator>
  <cp:lastModifiedBy>段波</cp:lastModifiedBy>
  <cp:revision>157</cp:revision>
  <dcterms:created xsi:type="dcterms:W3CDTF">2019-06-19T02:08:00Z</dcterms:created>
  <dcterms:modified xsi:type="dcterms:W3CDTF">2026-08-14T04:27:26Z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8DD329D3311E4F079CCEA6C7A4DD67EB_11</vt:lpwstr>
  </property>
</Properties>
</file>